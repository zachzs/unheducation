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3"/>
  </p:handoutMasterIdLst>
  <p:sldIdLst>
    <p:sldId id="260" r:id="rId2"/>
  </p:sldIdLst>
  <p:sldSz cx="43891200" cy="32918400"/>
  <p:notesSz cx="7077075" cy="9363075"/>
  <p:defaultTextStyle>
    <a:defPPr>
      <a:defRPr lang="en-US"/>
    </a:defPPr>
    <a:lvl1pPr algn="ctr" rtl="0" fontAlgn="base">
      <a:spcBef>
        <a:spcPct val="0"/>
      </a:spcBef>
      <a:spcAft>
        <a:spcPct val="0"/>
      </a:spcAft>
      <a:defRPr sz="4300" b="1" kern="1200">
        <a:solidFill>
          <a:srgbClr val="FF9900"/>
        </a:solidFill>
        <a:latin typeface="Arial" charset="0"/>
        <a:ea typeface="+mn-ea"/>
        <a:cs typeface="+mn-cs"/>
      </a:defRPr>
    </a:lvl1pPr>
    <a:lvl2pPr marL="457200" algn="ctr" rtl="0" fontAlgn="base">
      <a:spcBef>
        <a:spcPct val="0"/>
      </a:spcBef>
      <a:spcAft>
        <a:spcPct val="0"/>
      </a:spcAft>
      <a:defRPr sz="4300" b="1" kern="1200">
        <a:solidFill>
          <a:srgbClr val="FF9900"/>
        </a:solidFill>
        <a:latin typeface="Arial" charset="0"/>
        <a:ea typeface="+mn-ea"/>
        <a:cs typeface="+mn-cs"/>
      </a:defRPr>
    </a:lvl2pPr>
    <a:lvl3pPr marL="914400" algn="ctr" rtl="0" fontAlgn="base">
      <a:spcBef>
        <a:spcPct val="0"/>
      </a:spcBef>
      <a:spcAft>
        <a:spcPct val="0"/>
      </a:spcAft>
      <a:defRPr sz="4300" b="1" kern="1200">
        <a:solidFill>
          <a:srgbClr val="FF9900"/>
        </a:solidFill>
        <a:latin typeface="Arial" charset="0"/>
        <a:ea typeface="+mn-ea"/>
        <a:cs typeface="+mn-cs"/>
      </a:defRPr>
    </a:lvl3pPr>
    <a:lvl4pPr marL="1371600" algn="ctr" rtl="0" fontAlgn="base">
      <a:spcBef>
        <a:spcPct val="0"/>
      </a:spcBef>
      <a:spcAft>
        <a:spcPct val="0"/>
      </a:spcAft>
      <a:defRPr sz="4300" b="1" kern="1200">
        <a:solidFill>
          <a:srgbClr val="FF9900"/>
        </a:solidFill>
        <a:latin typeface="Arial" charset="0"/>
        <a:ea typeface="+mn-ea"/>
        <a:cs typeface="+mn-cs"/>
      </a:defRPr>
    </a:lvl4pPr>
    <a:lvl5pPr marL="1828800" algn="ctr" rtl="0" fontAlgn="base">
      <a:spcBef>
        <a:spcPct val="0"/>
      </a:spcBef>
      <a:spcAft>
        <a:spcPct val="0"/>
      </a:spcAft>
      <a:defRPr sz="4300" b="1" kern="1200">
        <a:solidFill>
          <a:srgbClr val="FF9900"/>
        </a:solidFill>
        <a:latin typeface="Arial" charset="0"/>
        <a:ea typeface="+mn-ea"/>
        <a:cs typeface="+mn-cs"/>
      </a:defRPr>
    </a:lvl5pPr>
    <a:lvl6pPr marL="2286000" algn="l" defTabSz="914400" rtl="0" eaLnBrk="1" latinLnBrk="0" hangingPunct="1">
      <a:defRPr sz="4300" b="1" kern="1200">
        <a:solidFill>
          <a:srgbClr val="FF9900"/>
        </a:solidFill>
        <a:latin typeface="Arial" charset="0"/>
        <a:ea typeface="+mn-ea"/>
        <a:cs typeface="+mn-cs"/>
      </a:defRPr>
    </a:lvl6pPr>
    <a:lvl7pPr marL="2743200" algn="l" defTabSz="914400" rtl="0" eaLnBrk="1" latinLnBrk="0" hangingPunct="1">
      <a:defRPr sz="4300" b="1" kern="1200">
        <a:solidFill>
          <a:srgbClr val="FF9900"/>
        </a:solidFill>
        <a:latin typeface="Arial" charset="0"/>
        <a:ea typeface="+mn-ea"/>
        <a:cs typeface="+mn-cs"/>
      </a:defRPr>
    </a:lvl7pPr>
    <a:lvl8pPr marL="3200400" algn="l" defTabSz="914400" rtl="0" eaLnBrk="1" latinLnBrk="0" hangingPunct="1">
      <a:defRPr sz="4300" b="1" kern="1200">
        <a:solidFill>
          <a:srgbClr val="FF9900"/>
        </a:solidFill>
        <a:latin typeface="Arial" charset="0"/>
        <a:ea typeface="+mn-ea"/>
        <a:cs typeface="+mn-cs"/>
      </a:defRPr>
    </a:lvl8pPr>
    <a:lvl9pPr marL="3657600" algn="l" defTabSz="914400" rtl="0" eaLnBrk="1" latinLnBrk="0" hangingPunct="1">
      <a:defRPr sz="4300" b="1" kern="1200">
        <a:solidFill>
          <a:srgbClr val="FF9900"/>
        </a:solidFill>
        <a:latin typeface="Arial"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5552">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CCCCCC"/>
    <a:srgbClr val="999999"/>
    <a:srgbClr val="FF9900"/>
    <a:srgbClr val="990000"/>
    <a:srgbClr val="000050"/>
    <a:srgbClr val="00126A"/>
    <a:srgbClr val="0033CC"/>
    <a:srgbClr val="000622"/>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51C5C3-BB2E-4AC2-977F-4BAFA95F4A40}" v="159" dt="2019-10-08T00:59:55.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 d="100"/>
          <a:sy n="18" d="100"/>
        </p:scale>
        <p:origin x="1406" y="101"/>
      </p:cViewPr>
      <p:guideLst>
        <p:guide orient="horz" pos="10368"/>
        <p:guide pos="15552"/>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 </a:t>
            </a:r>
          </a:p>
        </c:rich>
      </c:tx>
      <c:layout>
        <c:manualLayout>
          <c:xMode val="edge"/>
          <c:yMode val="edge"/>
          <c:x val="0.11274181194276783"/>
          <c:y val="7.3469830997633004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7.8541009222096267E-2"/>
          <c:y val="4.1621112227731696E-2"/>
          <c:w val="0.87895196952521015"/>
          <c:h val="0.80559515275037585"/>
        </c:manualLayout>
      </c:layout>
      <c:lineChart>
        <c:grouping val="standard"/>
        <c:varyColors val="0"/>
        <c:ser>
          <c:idx val="0"/>
          <c:order val="0"/>
          <c:tx>
            <c:strRef>
              <c:f>Sheet1!$C$1</c:f>
              <c:strCache>
                <c:ptCount val="1"/>
                <c:pt idx="0">
                  <c:v>CBE Coverage</c:v>
                </c:pt>
              </c:strCache>
            </c:strRef>
          </c:tx>
          <c:spPr>
            <a:ln w="31750" cap="rnd">
              <a:solidFill>
                <a:schemeClr val="accent1"/>
              </a:solidFill>
              <a:round/>
            </a:ln>
            <a:effectLst/>
          </c:spPr>
          <c:marker>
            <c:symbol val="circle"/>
            <c:size val="17"/>
            <c:spPr>
              <a:solidFill>
                <a:schemeClr val="accent1"/>
              </a:solidFill>
              <a:ln>
                <a:noFill/>
              </a:ln>
              <a:effectLst/>
            </c:spPr>
          </c:marker>
          <c:dLbls>
            <c:dLbl>
              <c:idx val="0"/>
              <c:layout>
                <c:manualLayout>
                  <c:x val="-0.10293033896054823"/>
                  <c:y val="-7.0126227208976238E-2"/>
                </c:manualLayout>
              </c:layout>
              <c:tx>
                <c:rich>
                  <a:bodyPr/>
                  <a:lstStyle/>
                  <a:p>
                    <a:fld id="{CB89F37E-EA56-473A-A701-1DCA3FDC8EA4}" type="CATEGORYNAME">
                      <a:rPr lang="en-US"/>
                      <a:pPr/>
                      <a:t>[CATEGORY NAME]</a:t>
                    </a:fld>
                    <a:r>
                      <a:rPr lang="en-US" baseline="0"/>
                      <a:t>, </a:t>
                    </a:r>
                    <a:fld id="{18F97326-EDB5-4940-B6C5-12BCBCED63E8}"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{18F97326-EDB5-4940-B6C5-12BCBCED63E8}</c15:txfldGUID>
                      <c15:f>Sheet1!$D$2</c15:f>
                      <c15:dlblFieldTableCache>
                        <c:ptCount val="1"/>
                        <c:pt idx="0">
                          <c:v>NHDOE forms the Competency-Based Assessment Workgroup</c:v>
                        </c:pt>
                      </c15:dlblFieldTableCache>
                    </c15:dlblFTEntry>
                  </c15:dlblFieldTable>
                  <c15:showDataLabelsRange val="0"/>
                </c:ext>
                <c:ext xmlns:c16="http://schemas.microsoft.com/office/drawing/2014/chart" uri="{C3380CC4-5D6E-409C-BE32-E72D297353CC}">
                  <c16:uniqueId val="{00000000-DA29-44A6-92F6-E7B2B29E0929}"/>
                </c:ext>
              </c:extLst>
            </c:dLbl>
            <c:dLbl>
              <c:idx val="1"/>
              <c:layout>
                <c:manualLayout>
                  <c:x val="-0.10246280012663792"/>
                  <c:y val="-5.8438522674146801E-2"/>
                </c:manualLayout>
              </c:layout>
              <c:tx>
                <c:rich>
                  <a:bodyPr/>
                  <a:lstStyle/>
                  <a:p>
                    <a:fld id="{2ED88874-994C-4A77-9A5B-72485ED48FD6}" type="CATEGORYNAME">
                      <a:rPr lang="en-US"/>
                      <a:pPr/>
                      <a:t>[CATEGORY NAME]</a:t>
                    </a:fld>
                    <a:r>
                      <a:rPr lang="en-US" baseline="0"/>
                      <a:t>, </a:t>
                    </a:r>
                    <a:fld id="{EB92B2DD-04E2-4505-9173-4E9CE57D6961}"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{EB92B2DD-04E2-4505-9173-4E9CE57D6961}</c15:txfldGUID>
                      <c15:f>Sheet1!$D$5</c15:f>
                      <c15:dlblFieldTableCache>
                        <c:ptCount val="1"/>
                        <c:pt idx="0">
                          <c:v>The NHDOE eliminates the Carnegie unit</c:v>
                        </c:pt>
                      </c15:dlblFieldTableCache>
                    </c15:dlblFTEntry>
                  </c15:dlblFieldTable>
                  <c15:showDataLabelsRange val="0"/>
                </c:ext>
                <c:ext xmlns:c16="http://schemas.microsoft.com/office/drawing/2014/chart" uri="{C3380CC4-5D6E-409C-BE32-E72D297353CC}">
                  <c16:uniqueId val="{00000001-DA29-44A6-92F6-E7B2B29E0929}"/>
                </c:ext>
              </c:extLst>
            </c:dLbl>
            <c:dLbl>
              <c:idx val="2"/>
              <c:layout>
                <c:manualLayout>
                  <c:x val="-0.10749481703892072"/>
                  <c:y val="-7.4801309022907894E-2"/>
                </c:manualLayout>
              </c:layout>
              <c:tx>
                <c:rich>
                  <a:bodyPr/>
                  <a:lstStyle/>
                  <a:p>
                    <a:fld id="{EBB57222-768B-41E4-A208-B4D6545269DC}" type="CATEGORYNAME">
                      <a:rPr lang="en-US"/>
                      <a:pPr/>
                      <a:t>[CATEGORY NAME]</a:t>
                    </a:fld>
                    <a:r>
                      <a:rPr lang="en-US" baseline="0"/>
                      <a:t>, </a:t>
                    </a:r>
                    <a:fld id="{12429AFC-8B82-413B-8283-F0044EDECBC6}"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{12429AFC-8B82-413B-8283-F0044EDECBC6}</c15:txfldGUID>
                      <c15:f>Sheet1!$D$7</c15:f>
                      <c15:dlblFieldTableCache>
                        <c:ptCount val="1"/>
                        <c:pt idx="0">
                          <c:v>NHDOE publishes “New Hampshire’s Vision for Redesign,” -estolling CBE &amp; ELO</c:v>
                        </c:pt>
                      </c15:dlblFieldTableCache>
                    </c15:dlblFTEntry>
                  </c15:dlblFieldTable>
                  <c15:showDataLabelsRange val="0"/>
                </c:ext>
                <c:ext xmlns:c16="http://schemas.microsoft.com/office/drawing/2014/chart" uri="{C3380CC4-5D6E-409C-BE32-E72D297353CC}">
                  <c16:uniqueId val="{00000002-DA29-44A6-92F6-E7B2B29E0929}"/>
                </c:ext>
              </c:extLst>
            </c:dLbl>
            <c:dLbl>
              <c:idx val="3"/>
              <c:layout>
                <c:manualLayout>
                  <c:x val="-0.12027901181612999"/>
                  <c:y val="-5.8438522674146842E-2"/>
                </c:manualLayout>
              </c:layout>
              <c:tx>
                <c:rich>
                  <a:bodyPr/>
                  <a:lstStyle/>
                  <a:p>
                    <a:fld id="{2048784A-AE42-4D3E-B3DC-A532C90ACB69}" type="CATEGORYNAME">
                      <a:rPr lang="en-US"/>
                      <a:pPr/>
                      <a:t>[CATEGORY NAME]</a:t>
                    </a:fld>
                    <a:r>
                      <a:rPr lang="en-US" baseline="0"/>
                      <a:t>,</a:t>
                    </a:r>
                    <a:fld id="{93AB2EBE-1A0B-4205-BE60-2117EBC1EAA3}"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{93AB2EBE-1A0B-4205-BE60-2117EBC1EAA3}</c15:txfldGUID>
                      <c15:f>Sheet1!$D$10</c15:f>
                      <c15:dlblFieldTableCache>
                        <c:ptCount val="1"/>
                        <c:pt idx="0">
                          <c:v>Board of Education approves the Competency Validation Rubric</c:v>
                        </c:pt>
                      </c15:dlblFieldTableCache>
                    </c15:dlblFTEntry>
                  </c15:dlblFieldTable>
                  <c15:showDataLabelsRange val="0"/>
                </c:ext>
                <c:ext xmlns:c16="http://schemas.microsoft.com/office/drawing/2014/chart" uri="{C3380CC4-5D6E-409C-BE32-E72D297353CC}">
                  <c16:uniqueId val="{00000003-DA29-44A6-92F6-E7B2B29E0929}"/>
                </c:ext>
              </c:extLst>
            </c:dLbl>
            <c:dLbl>
              <c:idx val="4"/>
              <c:layout>
                <c:manualLayout>
                  <c:x val="-0.12839680545768356"/>
                  <c:y val="-5.6100981767180945E-2"/>
                </c:manualLayout>
              </c:layout>
              <c:tx>
                <c:rich>
                  <a:bodyPr/>
                  <a:lstStyle/>
                  <a:p>
                    <a:fld id="{4B508EB7-3611-4B83-BEB3-B200BB0C693D}" type="CATEGORYNAME">
                      <a:rPr lang="en-US"/>
                      <a:pPr/>
                      <a:t>[CATEGORY NAME]</a:t>
                    </a:fld>
                    <a:r>
                      <a:rPr lang="en-US"/>
                      <a:t>, </a:t>
                    </a:r>
                    <a:fld id="{76DD87CB-5A6C-4835-94D1-402A7FC70B53}" type="CELLREF">
                      <a:rPr lang="en-US"/>
                      <a:pPr/>
                      <a:t>[CELLREF]</a:t>
                    </a:fld>
                    <a:endParaRPr lang="en-US"/>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{76DD87CB-5A6C-4835-94D1-402A7FC70B53}</c15:txfldGUID>
                      <c15:f>Sheet1!$D$12</c15:f>
                      <c15:dlblFieldTableCache>
                        <c:ptCount val="1"/>
                        <c:pt idx="0">
                          <c:v>New Hampshire receives ESEA waiver approval. </c:v>
                        </c:pt>
                      </c15:dlblFieldTableCache>
                    </c15:dlblFTEntry>
                  </c15:dlblFieldTable>
                  <c15:showDataLabelsRange val="0"/>
                </c:ext>
                <c:ext xmlns:c16="http://schemas.microsoft.com/office/drawing/2014/chart" uri="{C3380CC4-5D6E-409C-BE32-E72D297353CC}">
                  <c16:uniqueId val="{00000004-DA29-44A6-92F6-E7B2B29E0929}"/>
                </c:ext>
              </c:extLst>
            </c:dLbl>
            <c:dLbl>
              <c:idx val="5"/>
              <c:layout>
                <c:manualLayout>
                  <c:x val="-4.9401636079536848E-2"/>
                  <c:y val="-9.1164095371669002E-2"/>
                </c:manualLayout>
              </c:layout>
              <c:tx>
                <c:rich>
                  <a:bodyPr/>
                  <a:lstStyle/>
                  <a:p>
                    <a:r>
                      <a:rPr lang="en-US"/>
                      <a:t>2015,</a:t>
                    </a:r>
                    <a:fld id="{366038AE-DAF6-4DB5-940C-A9DA5977267E}" type="CELLREF">
                      <a:rPr lang="en-US"/>
                      <a:pPr/>
                      <a:t>[CELLREF]</a:t>
                    </a:fld>
                    <a:endParaRPr lang="en-US"/>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{366038AE-DAF6-4DB5-940C-A9DA5977267E}</c15:txfldGUID>
                      <c15:f>Sheet1!$D$13</c15:f>
                      <c15:dlblFieldTableCache>
                        <c:ptCount val="1"/>
                        <c:pt idx="0">
                          <c:v> Performance Assessment for Competency Education a federally approved pilot program </c:v>
                        </c:pt>
                      </c15:dlblFieldTableCache>
                    </c15:dlblFTEntry>
                  </c15:dlblFieldTable>
                  <c15:showDataLabelsRange val="0"/>
                </c:ext>
                <c:ext xmlns:c16="http://schemas.microsoft.com/office/drawing/2014/chart" uri="{C3380CC4-5D6E-409C-BE32-E72D297353CC}">
                  <c16:uniqueId val="{00000005-DA29-44A6-92F6-E7B2B29E0929}"/>
                </c:ext>
              </c:extLst>
            </c:dLbl>
            <c:spPr>
              <a:solidFill>
                <a:sysClr val="windowText" lastClr="000000">
                  <a:lumMod val="65000"/>
                  <a:lumOff val="35000"/>
                  <a:alpha val="75000"/>
                </a:sysClr>
              </a:solidFill>
              <a:ln>
                <a:no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accentCallout2">
                    <a:avLst/>
                  </a:prstGeom>
                  <a:noFill/>
                  <a:ln>
                    <a:noFill/>
                  </a:ln>
                </c15:spPr>
                <c15:showLeaderLines val="0"/>
              </c:ext>
            </c:extLst>
          </c:dLbls>
          <c:cat>
            <c:numRef>
              <c:f>(Sheet1!$B$2,Sheet1!$B$5,Sheet1!$B$7,Sheet1!$B$10,Sheet1!$B$12:$B$13)</c:f>
              <c:numCache>
                <c:formatCode>General</c:formatCode>
                <c:ptCount val="6"/>
                <c:pt idx="0">
                  <c:v>1997</c:v>
                </c:pt>
                <c:pt idx="1">
                  <c:v>2005</c:v>
                </c:pt>
                <c:pt idx="2">
                  <c:v>2007</c:v>
                </c:pt>
                <c:pt idx="3">
                  <c:v>2010</c:v>
                </c:pt>
                <c:pt idx="4">
                  <c:v>2013</c:v>
                </c:pt>
                <c:pt idx="5">
                  <c:v>2015</c:v>
                </c:pt>
              </c:numCache>
              <c:extLst/>
            </c:numRef>
          </c:cat>
          <c:val>
            <c:numRef>
              <c:f>(Sheet1!$C$2,Sheet1!$C$5,Sheet1!$C$7,Sheet1!$C$10,Sheet1!$C$12:$C$13)</c:f>
              <c:numCache>
                <c:formatCode>0%</c:formatCode>
                <c:ptCount val="6"/>
                <c:pt idx="0">
                  <c:v>8.3333333333333329E-2</c:v>
                </c:pt>
                <c:pt idx="1">
                  <c:v>0.33333333333333331</c:v>
                </c:pt>
                <c:pt idx="2">
                  <c:v>0.5</c:v>
                </c:pt>
                <c:pt idx="3">
                  <c:v>0.75</c:v>
                </c:pt>
                <c:pt idx="4">
                  <c:v>0.91666666666666663</c:v>
                </c:pt>
                <c:pt idx="5">
                  <c:v>1</c:v>
                </c:pt>
              </c:numCache>
              <c:extLst/>
            </c:numRef>
          </c:val>
          <c:smooth val="0"/>
          <c:extLst>
            <c:ext xmlns:c16="http://schemas.microsoft.com/office/drawing/2014/chart" uri="{C3380CC4-5D6E-409C-BE32-E72D297353CC}">
              <c16:uniqueId val="{00000006-DA29-44A6-92F6-E7B2B29E0929}"/>
            </c:ext>
          </c:extLst>
        </c:ser>
        <c:dLbls>
          <c:dLblPos val="ctr"/>
          <c:showLegendKey val="0"/>
          <c:showVal val="1"/>
          <c:showCatName val="0"/>
          <c:showSerName val="0"/>
          <c:showPercent val="0"/>
          <c:showBubbleSize val="0"/>
        </c:dLbls>
        <c:marker val="1"/>
        <c:smooth val="0"/>
        <c:axId val="655834632"/>
        <c:axId val="655830696"/>
        <c:extLst>
          <c:ext xmlns:c15="http://schemas.microsoft.com/office/drawing/2012/chart" uri="{02D57815-91ED-43cb-92C2-25804820EDAC}">
            <c15:filteredLineSeries>
              <c15:ser>
                <c:idx val="1"/>
                <c:order val="1"/>
                <c:tx>
                  <c:strRef>
                    <c:extLst>
                      <c:ext uri="{02D57815-91ED-43cb-92C2-25804820EDAC}">
                        <c15:formulaRef>
                          <c15:sqref>Sheet1!$E$2:$E$13</c15:sqref>
                        </c15:formulaRef>
                      </c:ext>
                    </c:extLst>
                    <c:strCache>
                      <c:ptCount val="12"/>
                      <c:pt idx="0">
                        <c:v>1997</c:v>
                      </c:pt>
                      <c:pt idx="1">
                        <c:v>1998</c:v>
                      </c:pt>
                      <c:pt idx="2">
                        <c:v>2004</c:v>
                      </c:pt>
                      <c:pt idx="3">
                        <c:v>2005</c:v>
                      </c:pt>
                      <c:pt idx="4">
                        <c:v>2006</c:v>
                      </c:pt>
                      <c:pt idx="5">
                        <c:v>2007</c:v>
                      </c:pt>
                      <c:pt idx="6">
                        <c:v>2008</c:v>
                      </c:pt>
                      <c:pt idx="7">
                        <c:v>2009</c:v>
                      </c:pt>
                      <c:pt idx="8">
                        <c:v>2010</c:v>
                      </c:pt>
                      <c:pt idx="9">
                        <c:v>2012</c:v>
                      </c:pt>
                      <c:pt idx="10">
                        <c:v>2013</c:v>
                      </c:pt>
                      <c:pt idx="11">
                        <c:v>2015</c:v>
                      </c:pt>
                    </c:strCache>
                  </c:strRef>
                </c:tx>
                <c:spPr>
                  <a:ln w="31750" cap="rnd">
                    <a:solidFill>
                      <a:schemeClr val="accent2"/>
                    </a:solidFill>
                    <a:round/>
                  </a:ln>
                  <a:effectLst/>
                </c:spPr>
                <c:marker>
                  <c:symbol val="none"/>
                </c:marker>
                <c:dLbls>
                  <c:spPr>
                    <a:solidFill>
                      <a:schemeClr val="dk1">
                        <a:lumMod val="65000"/>
                        <a:lumOff val="35000"/>
                        <a:alpha val="75000"/>
                      </a:schemeClr>
                    </a:solidFill>
                    <a:ln>
                      <a:no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1"/>
                  <c:showSerName val="0"/>
                  <c:showPercent val="0"/>
                  <c:showBubbleSize val="0"/>
                  <c:showLeaderLines val="0"/>
                  <c:extLst>
                    <c:ext uri="{CE6537A1-D6FC-4f65-9D91-7224C49458BB}">
                      <c15:spPr xmlns:c15="http://schemas.microsoft.com/office/drawing/2012/chart">
                        <a:prstGeom prst="wedgeRectCallout">
                          <a:avLst/>
                        </a:prstGeom>
                        <a:noFill/>
                        <a:ln>
                          <a:noFill/>
                        </a:ln>
                      </c15:spPr>
                      <c15:showLeaderLines val="0"/>
                    </c:ext>
                  </c:extLst>
                </c:dLbls>
                <c:val>
                  <c:numLit>
                    <c:formatCode>General</c:formatCode>
                    <c:ptCount val="1"/>
                    <c:pt idx="0">
                      <c:v>1</c:v>
                    </c:pt>
                  </c:numLit>
                </c:val>
                <c:smooth val="0"/>
                <c:extLst>
                  <c:ext xmlns:c16="http://schemas.microsoft.com/office/drawing/2014/chart" uri="{C3380CC4-5D6E-409C-BE32-E72D297353CC}">
                    <c16:uniqueId val="{00000007-DA29-44A6-92F6-E7B2B29E0929}"/>
                  </c:ext>
                </c:extLst>
              </c15:ser>
            </c15:filteredLineSeries>
          </c:ext>
        </c:extLst>
      </c:lineChart>
      <c:catAx>
        <c:axId val="655834632"/>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sz="1200"/>
                  <a:t>Years</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55830696"/>
        <c:crosses val="autoZero"/>
        <c:auto val="1"/>
        <c:lblAlgn val="ctr"/>
        <c:lblOffset val="100"/>
        <c:noMultiLvlLbl val="0"/>
      </c:catAx>
      <c:valAx>
        <c:axId val="65583069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sz="1200"/>
                  <a:t>Key Events</a:t>
                </a:r>
              </a:p>
            </c:rich>
          </c:tx>
          <c:layout>
            <c:manualLayout>
              <c:xMode val="edge"/>
              <c:yMode val="edge"/>
              <c:x val="5.1323059325755489E-2"/>
              <c:y val="0.38543086216607214"/>
            </c:manualLayout>
          </c:layout>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0%" sourceLinked="1"/>
        <c:majorTickMark val="none"/>
        <c:minorTickMark val="none"/>
        <c:tickLblPos val="nextTo"/>
        <c:crossAx val="655834632"/>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0"/>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00">
        <a:alpha val="16000"/>
      </a:srgbClr>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1"/>
            <a:ext cx="3066733" cy="468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22" tIns="47161" rIns="94322" bIns="47161" numCol="1" anchor="t" anchorCtr="0" compatLnSpc="1">
            <a:prstTxWarp prst="textNoShape">
              <a:avLst/>
            </a:prstTxWarp>
          </a:bodyPr>
          <a:lstStyle>
            <a:lvl1pPr algn="l" defTabSz="942804">
              <a:defRPr sz="1200" b="0">
                <a:solidFill>
                  <a:schemeClr val="tx1"/>
                </a:solidFill>
                <a:latin typeface="Arial" pitchFamily="34" charset="0"/>
              </a:defRPr>
            </a:lvl1pPr>
          </a:lstStyle>
          <a:p>
            <a:pPr>
              <a:defRPr/>
            </a:pPr>
            <a:endParaRPr lang="en-US"/>
          </a:p>
        </p:txBody>
      </p:sp>
      <p:sp>
        <p:nvSpPr>
          <p:cNvPr id="29699" name="Rectangle 3"/>
          <p:cNvSpPr>
            <a:spLocks noGrp="1" noChangeArrowheads="1"/>
          </p:cNvSpPr>
          <p:nvPr>
            <p:ph type="dt" sz="quarter" idx="1"/>
          </p:nvPr>
        </p:nvSpPr>
        <p:spPr bwMode="auto">
          <a:xfrm>
            <a:off x="4008727" y="1"/>
            <a:ext cx="3066733" cy="468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22" tIns="47161" rIns="94322" bIns="47161" numCol="1" anchor="t" anchorCtr="0" compatLnSpc="1">
            <a:prstTxWarp prst="textNoShape">
              <a:avLst/>
            </a:prstTxWarp>
          </a:bodyPr>
          <a:lstStyle>
            <a:lvl1pPr algn="r" defTabSz="942804">
              <a:defRPr sz="1200" b="0">
                <a:solidFill>
                  <a:schemeClr val="tx1"/>
                </a:solidFill>
                <a:latin typeface="Arial" pitchFamily="34" charset="0"/>
              </a:defRPr>
            </a:lvl1pPr>
          </a:lstStyle>
          <a:p>
            <a:pPr>
              <a:defRPr/>
            </a:pPr>
            <a:endParaRPr lang="en-US"/>
          </a:p>
        </p:txBody>
      </p:sp>
      <p:sp>
        <p:nvSpPr>
          <p:cNvPr id="29700" name="Rectangle 4"/>
          <p:cNvSpPr>
            <a:spLocks noGrp="1" noChangeArrowheads="1"/>
          </p:cNvSpPr>
          <p:nvPr>
            <p:ph type="ftr" sz="quarter" idx="2"/>
          </p:nvPr>
        </p:nvSpPr>
        <p:spPr bwMode="auto">
          <a:xfrm>
            <a:off x="0" y="8893313"/>
            <a:ext cx="3066733" cy="468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22" tIns="47161" rIns="94322" bIns="47161" numCol="1" anchor="b" anchorCtr="0" compatLnSpc="1">
            <a:prstTxWarp prst="textNoShape">
              <a:avLst/>
            </a:prstTxWarp>
          </a:bodyPr>
          <a:lstStyle>
            <a:lvl1pPr algn="l" defTabSz="942804">
              <a:defRPr sz="1200" b="0">
                <a:solidFill>
                  <a:schemeClr val="tx1"/>
                </a:solidFill>
                <a:latin typeface="Arial" pitchFamily="34" charset="0"/>
              </a:defRPr>
            </a:lvl1pPr>
          </a:lstStyle>
          <a:p>
            <a:pPr>
              <a:defRPr/>
            </a:pPr>
            <a:endParaRPr lang="en-US"/>
          </a:p>
        </p:txBody>
      </p:sp>
      <p:sp>
        <p:nvSpPr>
          <p:cNvPr id="29701" name="Rectangle 5"/>
          <p:cNvSpPr>
            <a:spLocks noGrp="1" noChangeArrowheads="1"/>
          </p:cNvSpPr>
          <p:nvPr>
            <p:ph type="sldNum" sz="quarter" idx="3"/>
          </p:nvPr>
        </p:nvSpPr>
        <p:spPr bwMode="auto">
          <a:xfrm>
            <a:off x="4008727" y="8893313"/>
            <a:ext cx="3066733" cy="468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22" tIns="47161" rIns="94322" bIns="47161" numCol="1" anchor="b" anchorCtr="0" compatLnSpc="1">
            <a:prstTxWarp prst="textNoShape">
              <a:avLst/>
            </a:prstTxWarp>
          </a:bodyPr>
          <a:lstStyle>
            <a:lvl1pPr algn="r" defTabSz="942804">
              <a:defRPr sz="1200" b="0">
                <a:solidFill>
                  <a:schemeClr val="tx1"/>
                </a:solidFill>
                <a:latin typeface="Arial" pitchFamily="34" charset="0"/>
              </a:defRPr>
            </a:lvl1pPr>
          </a:lstStyle>
          <a:p>
            <a:pPr>
              <a:defRPr/>
            </a:pPr>
            <a:fld id="{BDCE5CEB-6363-420F-BE45-85B064B89173}" type="slidenum">
              <a:rPr lang="en-US"/>
              <a:pPr>
                <a:defRPr/>
              </a:pPr>
              <a:t>‹#›</a:t>
            </a:fld>
            <a:endParaRPr lang="en-US"/>
          </a:p>
        </p:txBody>
      </p:sp>
    </p:spTree>
    <p:extLst>
      <p:ext uri="{BB962C8B-B14F-4D97-AF65-F5344CB8AC3E}">
        <p14:creationId xmlns:p14="http://schemas.microsoft.com/office/powerpoint/2010/main" val="84852614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4" y="18653125"/>
            <a:ext cx="30724474"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3D5278E-ED96-461A-883E-5FD94BC35AA3}" type="slidenum">
              <a:rPr lang="en-US"/>
              <a:pPr>
                <a:defRPr/>
              </a:pPr>
              <a:t>‹#›</a:t>
            </a:fld>
            <a:endParaRPr lang="en-US"/>
          </a:p>
        </p:txBody>
      </p:sp>
    </p:spTree>
    <p:extLst>
      <p:ext uri="{BB962C8B-B14F-4D97-AF65-F5344CB8AC3E}">
        <p14:creationId xmlns:p14="http://schemas.microsoft.com/office/powerpoint/2010/main" val="3879227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9D8D97-1826-4078-ADDA-4E99B734A4D4}" type="slidenum">
              <a:rPr lang="en-US"/>
              <a:pPr>
                <a:defRPr/>
              </a:pPr>
              <a:t>‹#›</a:t>
            </a:fld>
            <a:endParaRPr lang="en-US"/>
          </a:p>
        </p:txBody>
      </p:sp>
    </p:spTree>
    <p:extLst>
      <p:ext uri="{BB962C8B-B14F-4D97-AF65-F5344CB8AC3E}">
        <p14:creationId xmlns:p14="http://schemas.microsoft.com/office/powerpoint/2010/main" val="1999017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43"/>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9973675-D381-4E0E-B86F-9F9EFE05722F}" type="slidenum">
              <a:rPr lang="en-US"/>
              <a:pPr>
                <a:defRPr/>
              </a:pPr>
              <a:t>‹#›</a:t>
            </a:fld>
            <a:endParaRPr lang="en-US"/>
          </a:p>
        </p:txBody>
      </p:sp>
    </p:spTree>
    <p:extLst>
      <p:ext uri="{BB962C8B-B14F-4D97-AF65-F5344CB8AC3E}">
        <p14:creationId xmlns:p14="http://schemas.microsoft.com/office/powerpoint/2010/main" val="3504241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3928" y="7680325"/>
            <a:ext cx="19675474" cy="21726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3" y="7680325"/>
            <a:ext cx="19675474" cy="21726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DF8DAF2-D655-47B3-A184-648194FE7E75}" type="slidenum">
              <a:rPr lang="en-US"/>
              <a:pPr>
                <a:defRPr/>
              </a:pPr>
              <a:t>‹#›</a:t>
            </a:fld>
            <a:endParaRPr lang="en-US"/>
          </a:p>
        </p:txBody>
      </p:sp>
    </p:spTree>
    <p:extLst>
      <p:ext uri="{BB962C8B-B14F-4D97-AF65-F5344CB8AC3E}">
        <p14:creationId xmlns:p14="http://schemas.microsoft.com/office/powerpoint/2010/main" val="380980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8"/>
            <a:ext cx="19392901"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1"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8"/>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41F92EC-8C3C-4F10-858C-C66E68A9ECA2}" type="slidenum">
              <a:rPr lang="en-US"/>
              <a:pPr>
                <a:defRPr/>
              </a:pPr>
              <a:t>‹#›</a:t>
            </a:fld>
            <a:endParaRPr lang="en-US"/>
          </a:p>
        </p:txBody>
      </p:sp>
    </p:spTree>
    <p:extLst>
      <p:ext uri="{BB962C8B-B14F-4D97-AF65-F5344CB8AC3E}">
        <p14:creationId xmlns:p14="http://schemas.microsoft.com/office/powerpoint/2010/main" val="768859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78AEDA9-9C5F-4252-8D07-E5D3174E9901}" type="slidenum">
              <a:rPr lang="en-US"/>
              <a:pPr>
                <a:defRPr/>
              </a:pPr>
              <a:t>‹#›</a:t>
            </a:fld>
            <a:endParaRPr lang="en-US"/>
          </a:p>
        </p:txBody>
      </p:sp>
    </p:spTree>
    <p:extLst>
      <p:ext uri="{BB962C8B-B14F-4D97-AF65-F5344CB8AC3E}">
        <p14:creationId xmlns:p14="http://schemas.microsoft.com/office/powerpoint/2010/main" val="396551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30FBADD-EE0D-4AEE-A966-D1DAD5921D3E}" type="slidenum">
              <a:rPr lang="en-US"/>
              <a:pPr>
                <a:defRPr/>
              </a:pPr>
              <a:t>‹#›</a:t>
            </a:fld>
            <a:endParaRPr lang="en-US"/>
          </a:p>
        </p:txBody>
      </p:sp>
    </p:spTree>
    <p:extLst>
      <p:ext uri="{BB962C8B-B14F-4D97-AF65-F5344CB8AC3E}">
        <p14:creationId xmlns:p14="http://schemas.microsoft.com/office/powerpoint/2010/main" val="489366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4" y="1311275"/>
            <a:ext cx="14439901"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4"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4" y="6888163"/>
            <a:ext cx="14439901"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2356635-F299-487E-8478-361B2D7E66D4}" type="slidenum">
              <a:rPr lang="en-US"/>
              <a:pPr>
                <a:defRPr/>
              </a:pPr>
              <a:t>‹#›</a:t>
            </a:fld>
            <a:endParaRPr lang="en-US"/>
          </a:p>
        </p:txBody>
      </p:sp>
    </p:spTree>
    <p:extLst>
      <p:ext uri="{BB962C8B-B14F-4D97-AF65-F5344CB8AC3E}">
        <p14:creationId xmlns:p14="http://schemas.microsoft.com/office/powerpoint/2010/main" val="50034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5" y="23042568"/>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5"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5" y="25763543"/>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818BA4C-6842-4480-8686-9E83B0824346}" type="slidenum">
              <a:rPr lang="en-US"/>
              <a:pPr>
                <a:defRPr/>
              </a:pPr>
              <a:t>‹#›</a:t>
            </a:fld>
            <a:endParaRPr lang="en-US"/>
          </a:p>
        </p:txBody>
      </p:sp>
    </p:spTree>
    <p:extLst>
      <p:ext uri="{BB962C8B-B14F-4D97-AF65-F5344CB8AC3E}">
        <p14:creationId xmlns:p14="http://schemas.microsoft.com/office/powerpoint/2010/main" val="3278193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595C329-9094-49E3-ADB9-7C70C8CFFD34}" type="slidenum">
              <a:rPr lang="en-US"/>
              <a:pPr>
                <a:defRPr/>
              </a:pPr>
              <a:t>‹#›</a:t>
            </a:fld>
            <a:endParaRPr lang="en-US"/>
          </a:p>
        </p:txBody>
      </p:sp>
    </p:spTree>
    <p:extLst>
      <p:ext uri="{BB962C8B-B14F-4D97-AF65-F5344CB8AC3E}">
        <p14:creationId xmlns:p14="http://schemas.microsoft.com/office/powerpoint/2010/main" val="415916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40" y="1317625"/>
            <a:ext cx="9875837" cy="28089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5" y="1317625"/>
            <a:ext cx="29475113" cy="28089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4CBC182-0EAC-4479-8D18-C53192F402C0}" type="slidenum">
              <a:rPr lang="en-US"/>
              <a:pPr>
                <a:defRPr/>
              </a:pPr>
              <a:t>‹#›</a:t>
            </a:fld>
            <a:endParaRPr lang="en-US"/>
          </a:p>
        </p:txBody>
      </p:sp>
    </p:spTree>
    <p:extLst>
      <p:ext uri="{BB962C8B-B14F-4D97-AF65-F5344CB8AC3E}">
        <p14:creationId xmlns:p14="http://schemas.microsoft.com/office/powerpoint/2010/main" val="1683777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193927" y="1317625"/>
            <a:ext cx="39503350" cy="5486400"/>
          </a:xfrm>
        </p:spPr>
        <p:txBody>
          <a:bodyPr/>
          <a:lstStyle/>
          <a:p>
            <a:r>
              <a:rPr lang="en-US"/>
              <a:t>Click to edit Master title style</a:t>
            </a:r>
          </a:p>
        </p:txBody>
      </p:sp>
      <p:sp>
        <p:nvSpPr>
          <p:cNvPr id="3" name="Content Placeholder 2"/>
          <p:cNvSpPr>
            <a:spLocks noGrp="1"/>
          </p:cNvSpPr>
          <p:nvPr>
            <p:ph sz="quarter" idx="1"/>
          </p:nvPr>
        </p:nvSpPr>
        <p:spPr>
          <a:xfrm>
            <a:off x="2193928" y="7680326"/>
            <a:ext cx="19675474" cy="10787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22021803" y="7680326"/>
            <a:ext cx="19675474" cy="10787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2193928" y="18619788"/>
            <a:ext cx="19675474" cy="10787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22021803" y="18619788"/>
            <a:ext cx="19675474" cy="10787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A8E7164-4707-4A19-A6AB-6533AC9FA80C}" type="slidenum">
              <a:rPr lang="en-US"/>
              <a:pPr>
                <a:defRPr/>
              </a:pPr>
              <a:t>‹#›</a:t>
            </a:fld>
            <a:endParaRPr lang="en-US"/>
          </a:p>
        </p:txBody>
      </p:sp>
    </p:spTree>
    <p:extLst>
      <p:ext uri="{BB962C8B-B14F-4D97-AF65-F5344CB8AC3E}">
        <p14:creationId xmlns:p14="http://schemas.microsoft.com/office/powerpoint/2010/main" val="930650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DA9A9"/>
            </a:gs>
            <a:gs pos="50000">
              <a:srgbClr val="990000"/>
            </a:gs>
            <a:gs pos="100000">
              <a:srgbClr val="DDA9A9"/>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4279" y="1317625"/>
            <a:ext cx="39502645"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194279" y="7680325"/>
            <a:ext cx="39502645" cy="2172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4279" y="29978350"/>
            <a:ext cx="1024184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numCol="1" anchor="t" anchorCtr="0" compatLnSpc="1">
            <a:prstTxWarp prst="textNoShape">
              <a:avLst/>
            </a:prstTxWarp>
          </a:bodyPr>
          <a:lstStyle>
            <a:lvl1pPr algn="l" defTabSz="3762375">
              <a:defRPr sz="5700" b="0">
                <a:solidFill>
                  <a:schemeClr val="tx1"/>
                </a:solidFill>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4995879" y="29978350"/>
            <a:ext cx="1389944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numCol="1" anchor="t" anchorCtr="0" compatLnSpc="1">
            <a:prstTxWarp prst="textNoShape">
              <a:avLst/>
            </a:prstTxWarp>
          </a:bodyPr>
          <a:lstStyle>
            <a:lvl1pPr defTabSz="3762375">
              <a:defRPr sz="5700" b="0">
                <a:solidFill>
                  <a:schemeClr val="tx1"/>
                </a:solidFill>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31455079" y="29978350"/>
            <a:ext cx="1024184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numCol="1" anchor="t" anchorCtr="0" compatLnSpc="1">
            <a:prstTxWarp prst="textNoShape">
              <a:avLst/>
            </a:prstTxWarp>
          </a:bodyPr>
          <a:lstStyle>
            <a:lvl1pPr algn="r" defTabSz="3762375">
              <a:defRPr sz="5700" b="0">
                <a:solidFill>
                  <a:schemeClr val="tx1"/>
                </a:solidFill>
                <a:latin typeface="Arial" pitchFamily="34" charset="0"/>
              </a:defRPr>
            </a:lvl1pPr>
          </a:lstStyle>
          <a:p>
            <a:pPr>
              <a:defRPr/>
            </a:pPr>
            <a:fld id="{5D3B0B1D-8805-4920-9608-A1D4D0B3DD2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762375" rtl="0" eaLnBrk="0" fontAlgn="base" hangingPunct="0">
        <a:spcBef>
          <a:spcPct val="0"/>
        </a:spcBef>
        <a:spcAft>
          <a:spcPct val="0"/>
        </a:spcAft>
        <a:defRPr sz="18200">
          <a:solidFill>
            <a:schemeClr val="tx2"/>
          </a:solidFill>
          <a:latin typeface="+mj-lt"/>
          <a:ea typeface="+mj-ea"/>
          <a:cs typeface="+mj-cs"/>
        </a:defRPr>
      </a:lvl1pPr>
      <a:lvl2pPr algn="ctr" defTabSz="3762375" rtl="0" eaLnBrk="0" fontAlgn="base" hangingPunct="0">
        <a:spcBef>
          <a:spcPct val="0"/>
        </a:spcBef>
        <a:spcAft>
          <a:spcPct val="0"/>
        </a:spcAft>
        <a:defRPr sz="18200">
          <a:solidFill>
            <a:schemeClr val="tx2"/>
          </a:solidFill>
          <a:latin typeface="Arial" pitchFamily="34" charset="0"/>
        </a:defRPr>
      </a:lvl2pPr>
      <a:lvl3pPr algn="ctr" defTabSz="3762375" rtl="0" eaLnBrk="0" fontAlgn="base" hangingPunct="0">
        <a:spcBef>
          <a:spcPct val="0"/>
        </a:spcBef>
        <a:spcAft>
          <a:spcPct val="0"/>
        </a:spcAft>
        <a:defRPr sz="18200">
          <a:solidFill>
            <a:schemeClr val="tx2"/>
          </a:solidFill>
          <a:latin typeface="Arial" pitchFamily="34" charset="0"/>
        </a:defRPr>
      </a:lvl3pPr>
      <a:lvl4pPr algn="ctr" defTabSz="3762375" rtl="0" eaLnBrk="0" fontAlgn="base" hangingPunct="0">
        <a:spcBef>
          <a:spcPct val="0"/>
        </a:spcBef>
        <a:spcAft>
          <a:spcPct val="0"/>
        </a:spcAft>
        <a:defRPr sz="18200">
          <a:solidFill>
            <a:schemeClr val="tx2"/>
          </a:solidFill>
          <a:latin typeface="Arial" pitchFamily="34" charset="0"/>
        </a:defRPr>
      </a:lvl4pPr>
      <a:lvl5pPr algn="ctr" defTabSz="3762375" rtl="0" eaLnBrk="0" fontAlgn="base" hangingPunct="0">
        <a:spcBef>
          <a:spcPct val="0"/>
        </a:spcBef>
        <a:spcAft>
          <a:spcPct val="0"/>
        </a:spcAft>
        <a:defRPr sz="18200">
          <a:solidFill>
            <a:schemeClr val="tx2"/>
          </a:solidFill>
          <a:latin typeface="Arial" pitchFamily="34" charset="0"/>
        </a:defRPr>
      </a:lvl5pPr>
      <a:lvl6pPr marL="457200" algn="ctr" defTabSz="3762375" rtl="0" fontAlgn="base">
        <a:spcBef>
          <a:spcPct val="0"/>
        </a:spcBef>
        <a:spcAft>
          <a:spcPct val="0"/>
        </a:spcAft>
        <a:defRPr sz="18200">
          <a:solidFill>
            <a:schemeClr val="tx2"/>
          </a:solidFill>
          <a:latin typeface="Arial" pitchFamily="34" charset="0"/>
        </a:defRPr>
      </a:lvl6pPr>
      <a:lvl7pPr marL="914400" algn="ctr" defTabSz="3762375" rtl="0" fontAlgn="base">
        <a:spcBef>
          <a:spcPct val="0"/>
        </a:spcBef>
        <a:spcAft>
          <a:spcPct val="0"/>
        </a:spcAft>
        <a:defRPr sz="18200">
          <a:solidFill>
            <a:schemeClr val="tx2"/>
          </a:solidFill>
          <a:latin typeface="Arial" pitchFamily="34" charset="0"/>
        </a:defRPr>
      </a:lvl7pPr>
      <a:lvl8pPr marL="1371600" algn="ctr" defTabSz="3762375" rtl="0" fontAlgn="base">
        <a:spcBef>
          <a:spcPct val="0"/>
        </a:spcBef>
        <a:spcAft>
          <a:spcPct val="0"/>
        </a:spcAft>
        <a:defRPr sz="18200">
          <a:solidFill>
            <a:schemeClr val="tx2"/>
          </a:solidFill>
          <a:latin typeface="Arial" pitchFamily="34" charset="0"/>
        </a:defRPr>
      </a:lvl8pPr>
      <a:lvl9pPr marL="1828800" algn="ctr" defTabSz="3762375" rtl="0" fontAlgn="base">
        <a:spcBef>
          <a:spcPct val="0"/>
        </a:spcBef>
        <a:spcAft>
          <a:spcPct val="0"/>
        </a:spcAft>
        <a:defRPr sz="18200">
          <a:solidFill>
            <a:schemeClr val="tx2"/>
          </a:solidFill>
          <a:latin typeface="Arial" pitchFamily="34" charset="0"/>
        </a:defRPr>
      </a:lvl9pPr>
    </p:titleStyle>
    <p:bodyStyle>
      <a:lvl1pPr marL="1409700" indent="-1409700" algn="l" defTabSz="3762375" rtl="0" eaLnBrk="0" fontAlgn="base" hangingPunct="0">
        <a:spcBef>
          <a:spcPct val="20000"/>
        </a:spcBef>
        <a:spcAft>
          <a:spcPct val="0"/>
        </a:spcAft>
        <a:buChar char="•"/>
        <a:defRPr sz="13200">
          <a:solidFill>
            <a:schemeClr val="tx1"/>
          </a:solidFill>
          <a:latin typeface="+mn-lt"/>
          <a:ea typeface="+mn-ea"/>
          <a:cs typeface="+mn-cs"/>
        </a:defRPr>
      </a:lvl1pPr>
      <a:lvl2pPr marL="3057525" indent="-1176338" algn="l" defTabSz="3762375" rtl="0" eaLnBrk="0" fontAlgn="base" hangingPunct="0">
        <a:spcBef>
          <a:spcPct val="20000"/>
        </a:spcBef>
        <a:spcAft>
          <a:spcPct val="0"/>
        </a:spcAft>
        <a:buChar char="–"/>
        <a:defRPr sz="11500">
          <a:solidFill>
            <a:schemeClr val="tx1"/>
          </a:solidFill>
          <a:latin typeface="+mn-lt"/>
        </a:defRPr>
      </a:lvl2pPr>
      <a:lvl3pPr marL="4702175" indent="-939800" algn="l" defTabSz="3762375" rtl="0" eaLnBrk="0" fontAlgn="base" hangingPunct="0">
        <a:spcBef>
          <a:spcPct val="20000"/>
        </a:spcBef>
        <a:spcAft>
          <a:spcPct val="0"/>
        </a:spcAft>
        <a:buChar char="•"/>
        <a:defRPr sz="9900">
          <a:solidFill>
            <a:schemeClr val="tx1"/>
          </a:solidFill>
          <a:latin typeface="+mn-lt"/>
        </a:defRPr>
      </a:lvl3pPr>
      <a:lvl4pPr marL="6583363" indent="-939800" algn="l" defTabSz="3762375" rtl="0" eaLnBrk="0" fontAlgn="base" hangingPunct="0">
        <a:spcBef>
          <a:spcPct val="20000"/>
        </a:spcBef>
        <a:spcAft>
          <a:spcPct val="0"/>
        </a:spcAft>
        <a:buChar char="–"/>
        <a:defRPr sz="8200">
          <a:solidFill>
            <a:schemeClr val="tx1"/>
          </a:solidFill>
          <a:latin typeface="+mn-lt"/>
        </a:defRPr>
      </a:lvl4pPr>
      <a:lvl5pPr marL="8466138" indent="-941388" algn="l" defTabSz="3762375" rtl="0" eaLnBrk="0" fontAlgn="base" hangingPunct="0">
        <a:spcBef>
          <a:spcPct val="20000"/>
        </a:spcBef>
        <a:spcAft>
          <a:spcPct val="0"/>
        </a:spcAft>
        <a:buChar char="»"/>
        <a:defRPr sz="8200">
          <a:solidFill>
            <a:schemeClr val="tx1"/>
          </a:solidFill>
          <a:latin typeface="+mn-lt"/>
        </a:defRPr>
      </a:lvl5pPr>
      <a:lvl6pPr marL="8923338" indent="-941388" algn="l" defTabSz="3762375" rtl="0" fontAlgn="base">
        <a:spcBef>
          <a:spcPct val="20000"/>
        </a:spcBef>
        <a:spcAft>
          <a:spcPct val="0"/>
        </a:spcAft>
        <a:buChar char="»"/>
        <a:defRPr sz="8200">
          <a:solidFill>
            <a:schemeClr val="tx1"/>
          </a:solidFill>
          <a:latin typeface="+mn-lt"/>
        </a:defRPr>
      </a:lvl6pPr>
      <a:lvl7pPr marL="9380538" indent="-941388" algn="l" defTabSz="3762375" rtl="0" fontAlgn="base">
        <a:spcBef>
          <a:spcPct val="20000"/>
        </a:spcBef>
        <a:spcAft>
          <a:spcPct val="0"/>
        </a:spcAft>
        <a:buChar char="»"/>
        <a:defRPr sz="8200">
          <a:solidFill>
            <a:schemeClr val="tx1"/>
          </a:solidFill>
          <a:latin typeface="+mn-lt"/>
        </a:defRPr>
      </a:lvl7pPr>
      <a:lvl8pPr marL="9837738" indent="-941388" algn="l" defTabSz="3762375" rtl="0" fontAlgn="base">
        <a:spcBef>
          <a:spcPct val="20000"/>
        </a:spcBef>
        <a:spcAft>
          <a:spcPct val="0"/>
        </a:spcAft>
        <a:buChar char="»"/>
        <a:defRPr sz="8200">
          <a:solidFill>
            <a:schemeClr val="tx1"/>
          </a:solidFill>
          <a:latin typeface="+mn-lt"/>
        </a:defRPr>
      </a:lvl8pPr>
      <a:lvl9pPr marL="10294938" indent="-941388" algn="l" defTabSz="3762375" rtl="0" fontAlgn="base">
        <a:spcBef>
          <a:spcPct val="20000"/>
        </a:spcBef>
        <a:spcAft>
          <a:spcPct val="0"/>
        </a:spcAft>
        <a:buChar char="»"/>
        <a:defRPr sz="8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sz="quarter"/>
          </p:nvPr>
        </p:nvSpPr>
        <p:spPr>
          <a:xfrm>
            <a:off x="0" y="1"/>
            <a:ext cx="43891200" cy="5486399"/>
          </a:xfrm>
          <a:solidFill>
            <a:schemeClr val="accent1">
              <a:lumMod val="40000"/>
              <a:lumOff val="60000"/>
              <a:alpha val="64000"/>
            </a:schemeClr>
          </a:solidFill>
          <a:ln>
            <a:solidFill>
              <a:schemeClr val="tx1"/>
            </a:solidFill>
            <a:miter lim="800000"/>
            <a:headEnd/>
            <a:tailEnd/>
          </a:ln>
        </p:spPr>
        <p:txBody>
          <a:bodyPr>
            <a:normAutofit/>
          </a:bodyPr>
          <a:lstStyle/>
          <a:p>
            <a:pPr indent="-457200" algn="l" eaLnBrk="1" hangingPunct="1">
              <a:spcBef>
                <a:spcPts val="0"/>
              </a:spcBef>
              <a:spcAft>
                <a:spcPts val="0"/>
              </a:spcAft>
            </a:pPr>
            <a:r>
              <a:rPr lang="en-US" sz="11100">
                <a:solidFill>
                  <a:schemeClr val="tx1"/>
                </a:solidFill>
              </a:rPr>
              <a:t>Status of US K-12 Public-School Education</a:t>
            </a:r>
            <a:br>
              <a:rPr lang="en-US" sz="11100"/>
            </a:br>
            <a:br>
              <a:rPr lang="en-US" sz="4000"/>
            </a:br>
            <a:r>
              <a:rPr lang="en-US" sz="5400" i="1">
                <a:solidFill>
                  <a:schemeClr val="tx1"/>
                </a:solidFill>
              </a:rPr>
              <a:t>Nathan Harris, Sindhu Veeramachaneni, Zachary Zalman </a:t>
            </a:r>
            <a:br>
              <a:rPr lang="en-US" sz="5400" i="1">
                <a:solidFill>
                  <a:srgbClr val="FFFFFF"/>
                </a:solidFill>
              </a:rPr>
            </a:br>
            <a:r>
              <a:rPr lang="en-US" sz="5400" i="1">
                <a:solidFill>
                  <a:schemeClr val="tx1"/>
                </a:solidFill>
              </a:rPr>
              <a:t>Department of  Analytics, University of New Hampshire</a:t>
            </a:r>
          </a:p>
        </p:txBody>
      </p:sp>
      <p:sp>
        <p:nvSpPr>
          <p:cNvPr id="2150" name="Text Box 161"/>
          <p:cNvSpPr txBox="1">
            <a:spLocks noChangeArrowheads="1"/>
          </p:cNvSpPr>
          <p:nvPr/>
        </p:nvSpPr>
        <p:spPr bwMode="auto">
          <a:xfrm>
            <a:off x="39852600" y="10275890"/>
            <a:ext cx="30480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4300" b="1">
                <a:solidFill>
                  <a:srgbClr val="FF9900"/>
                </a:solidFill>
                <a:latin typeface="Arial" charset="0"/>
              </a:defRPr>
            </a:lvl1pPr>
            <a:lvl2pPr marL="742950" indent="-285750" eaLnBrk="0" hangingPunct="0">
              <a:defRPr sz="4300" b="1">
                <a:solidFill>
                  <a:srgbClr val="FF9900"/>
                </a:solidFill>
                <a:latin typeface="Arial" charset="0"/>
              </a:defRPr>
            </a:lvl2pPr>
            <a:lvl3pPr marL="1143000" indent="-228600" eaLnBrk="0" hangingPunct="0">
              <a:defRPr sz="4300" b="1">
                <a:solidFill>
                  <a:srgbClr val="FF9900"/>
                </a:solidFill>
                <a:latin typeface="Arial" charset="0"/>
              </a:defRPr>
            </a:lvl3pPr>
            <a:lvl4pPr marL="1600200" indent="-228600" eaLnBrk="0" hangingPunct="0">
              <a:defRPr sz="4300" b="1">
                <a:solidFill>
                  <a:srgbClr val="FF9900"/>
                </a:solidFill>
                <a:latin typeface="Arial" charset="0"/>
              </a:defRPr>
            </a:lvl4pPr>
            <a:lvl5pPr marL="2057400" indent="-228600" eaLnBrk="0" hangingPunct="0">
              <a:defRPr sz="4300" b="1">
                <a:solidFill>
                  <a:srgbClr val="FF9900"/>
                </a:solidFill>
                <a:latin typeface="Arial" charset="0"/>
              </a:defRPr>
            </a:lvl5pPr>
            <a:lvl6pPr marL="2514600" indent="-228600" algn="ctr" eaLnBrk="0" fontAlgn="base" hangingPunct="0">
              <a:spcBef>
                <a:spcPct val="0"/>
              </a:spcBef>
              <a:spcAft>
                <a:spcPct val="0"/>
              </a:spcAft>
              <a:defRPr sz="4300" b="1">
                <a:solidFill>
                  <a:srgbClr val="FF9900"/>
                </a:solidFill>
                <a:latin typeface="Arial" charset="0"/>
              </a:defRPr>
            </a:lvl6pPr>
            <a:lvl7pPr marL="2971800" indent="-228600" algn="ctr" eaLnBrk="0" fontAlgn="base" hangingPunct="0">
              <a:spcBef>
                <a:spcPct val="0"/>
              </a:spcBef>
              <a:spcAft>
                <a:spcPct val="0"/>
              </a:spcAft>
              <a:defRPr sz="4300" b="1">
                <a:solidFill>
                  <a:srgbClr val="FF9900"/>
                </a:solidFill>
                <a:latin typeface="Arial" charset="0"/>
              </a:defRPr>
            </a:lvl7pPr>
            <a:lvl8pPr marL="3429000" indent="-228600" algn="ctr" eaLnBrk="0" fontAlgn="base" hangingPunct="0">
              <a:spcBef>
                <a:spcPct val="0"/>
              </a:spcBef>
              <a:spcAft>
                <a:spcPct val="0"/>
              </a:spcAft>
              <a:defRPr sz="4300" b="1">
                <a:solidFill>
                  <a:srgbClr val="FF9900"/>
                </a:solidFill>
                <a:latin typeface="Arial" charset="0"/>
              </a:defRPr>
            </a:lvl8pPr>
            <a:lvl9pPr marL="3886200" indent="-228600" algn="ctr" eaLnBrk="0" fontAlgn="base" hangingPunct="0">
              <a:spcBef>
                <a:spcPct val="0"/>
              </a:spcBef>
              <a:spcAft>
                <a:spcPct val="0"/>
              </a:spcAft>
              <a:defRPr sz="4300" b="1">
                <a:solidFill>
                  <a:srgbClr val="FF9900"/>
                </a:solidFill>
                <a:latin typeface="Arial" charset="0"/>
              </a:defRPr>
            </a:lvl9pPr>
          </a:lstStyle>
          <a:p>
            <a:pPr algn="l" eaLnBrk="1" hangingPunct="1">
              <a:spcBef>
                <a:spcPct val="50000"/>
              </a:spcBef>
            </a:pPr>
            <a:endParaRPr lang="en-US" sz="3000" b="0">
              <a:solidFill>
                <a:schemeClr val="tx1"/>
              </a:solidFill>
            </a:endParaRPr>
          </a:p>
        </p:txBody>
      </p:sp>
      <p:sp>
        <p:nvSpPr>
          <p:cNvPr id="2154" name="Rectangle 166"/>
          <p:cNvSpPr>
            <a:spLocks noChangeArrowheads="1"/>
          </p:cNvSpPr>
          <p:nvPr/>
        </p:nvSpPr>
        <p:spPr bwMode="auto">
          <a:xfrm>
            <a:off x="802839" y="15395130"/>
            <a:ext cx="12296223" cy="1371600"/>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6000" dirty="0">
                <a:solidFill>
                  <a:srgbClr val="CCCCCC"/>
                </a:solidFill>
              </a:rPr>
              <a:t>Methodology</a:t>
            </a:r>
            <a:endParaRPr lang="en-US" sz="6000">
              <a:solidFill>
                <a:srgbClr val="CCCCCC"/>
              </a:solidFill>
            </a:endParaRPr>
          </a:p>
        </p:txBody>
      </p:sp>
      <p:sp>
        <p:nvSpPr>
          <p:cNvPr id="2155" name="Rectangle 167"/>
          <p:cNvSpPr>
            <a:spLocks noChangeArrowheads="1"/>
          </p:cNvSpPr>
          <p:nvPr/>
        </p:nvSpPr>
        <p:spPr bwMode="auto">
          <a:xfrm>
            <a:off x="802839" y="6096000"/>
            <a:ext cx="12405161" cy="1371600"/>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6000" dirty="0">
                <a:solidFill>
                  <a:srgbClr val="CCCCCC"/>
                </a:solidFill>
                <a:latin typeface="+mn-lt"/>
                <a:cs typeface="Times New Roman" panose="02020603050405020304" pitchFamily="18" charset="0"/>
              </a:rPr>
              <a:t>Introduction</a:t>
            </a:r>
            <a:endParaRPr lang="en-US" dirty="0">
              <a:solidFill>
                <a:srgbClr val="999999"/>
              </a:solidFill>
              <a:latin typeface="+mn-lt"/>
              <a:cs typeface="Times New Roman" panose="02020603050405020304" pitchFamily="18" charset="0"/>
            </a:endParaRPr>
          </a:p>
        </p:txBody>
      </p:sp>
      <p:sp>
        <p:nvSpPr>
          <p:cNvPr id="20" name="Text Box 2546"/>
          <p:cNvSpPr txBox="1">
            <a:spLocks noChangeArrowheads="1"/>
          </p:cNvSpPr>
          <p:nvPr/>
        </p:nvSpPr>
        <p:spPr bwMode="auto">
          <a:xfrm>
            <a:off x="802837" y="12532548"/>
            <a:ext cx="1229622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6000">
                <a:solidFill>
                  <a:schemeClr val="tx1"/>
                </a:solidFill>
                <a:latin typeface="Arial" charset="0"/>
                <a:ea typeface="ＭＳ Ｐゴシック" charset="0"/>
              </a:defRPr>
            </a:lvl1pPr>
            <a:lvl2pPr marL="1200150" indent="-457200" eaLnBrk="0" hangingPunct="0">
              <a:defRPr sz="6000">
                <a:solidFill>
                  <a:schemeClr val="tx1"/>
                </a:solidFill>
                <a:latin typeface="Arial" charset="0"/>
                <a:ea typeface="ＭＳ Ｐゴシック" charset="0"/>
              </a:defRPr>
            </a:lvl2pPr>
            <a:lvl3pPr marL="1143000" indent="-228600" eaLnBrk="0" hangingPunct="0">
              <a:defRPr sz="6000">
                <a:solidFill>
                  <a:schemeClr val="tx1"/>
                </a:solidFill>
                <a:latin typeface="Arial" charset="0"/>
                <a:ea typeface="ＭＳ Ｐゴシック" charset="0"/>
              </a:defRPr>
            </a:lvl3pPr>
            <a:lvl4pPr marL="1600200" indent="-228600" eaLnBrk="0" hangingPunct="0">
              <a:defRPr sz="6000">
                <a:solidFill>
                  <a:schemeClr val="tx1"/>
                </a:solidFill>
                <a:latin typeface="Arial" charset="0"/>
                <a:ea typeface="ＭＳ Ｐゴシック" charset="0"/>
              </a:defRPr>
            </a:lvl4pPr>
            <a:lvl5pPr marL="2057400" indent="-228600" eaLnBrk="0" hangingPunct="0">
              <a:defRPr sz="6000">
                <a:solidFill>
                  <a:schemeClr val="tx1"/>
                </a:solidFill>
                <a:latin typeface="Arial" charset="0"/>
                <a:ea typeface="ＭＳ Ｐゴシック" charset="0"/>
              </a:defRPr>
            </a:lvl5pPr>
            <a:lvl6pPr marL="2514600" indent="-228600" algn="ctr" eaLnBrk="0" fontAlgn="base" hangingPunct="0">
              <a:spcBef>
                <a:spcPct val="50000"/>
              </a:spcBef>
              <a:spcAft>
                <a:spcPct val="0"/>
              </a:spcAft>
              <a:defRPr sz="6000">
                <a:solidFill>
                  <a:schemeClr val="tx1"/>
                </a:solidFill>
                <a:latin typeface="Arial" charset="0"/>
                <a:ea typeface="ＭＳ Ｐゴシック" charset="0"/>
              </a:defRPr>
            </a:lvl6pPr>
            <a:lvl7pPr marL="2971800" indent="-228600" algn="ctr" eaLnBrk="0" fontAlgn="base" hangingPunct="0">
              <a:spcBef>
                <a:spcPct val="50000"/>
              </a:spcBef>
              <a:spcAft>
                <a:spcPct val="0"/>
              </a:spcAft>
              <a:defRPr sz="6000">
                <a:solidFill>
                  <a:schemeClr val="tx1"/>
                </a:solidFill>
                <a:latin typeface="Arial" charset="0"/>
                <a:ea typeface="ＭＳ Ｐゴシック" charset="0"/>
              </a:defRPr>
            </a:lvl7pPr>
            <a:lvl8pPr marL="3429000" indent="-228600" algn="ctr" eaLnBrk="0" fontAlgn="base" hangingPunct="0">
              <a:spcBef>
                <a:spcPct val="50000"/>
              </a:spcBef>
              <a:spcAft>
                <a:spcPct val="0"/>
              </a:spcAft>
              <a:defRPr sz="6000">
                <a:solidFill>
                  <a:schemeClr val="tx1"/>
                </a:solidFill>
                <a:latin typeface="Arial" charset="0"/>
                <a:ea typeface="ＭＳ Ｐゴシック" charset="0"/>
              </a:defRPr>
            </a:lvl8pPr>
            <a:lvl9pPr marL="3886200" indent="-228600" algn="ctr" eaLnBrk="0" fontAlgn="base" hangingPunct="0">
              <a:spcBef>
                <a:spcPct val="50000"/>
              </a:spcBef>
              <a:spcAft>
                <a:spcPct val="0"/>
              </a:spcAft>
              <a:defRPr sz="6000">
                <a:solidFill>
                  <a:schemeClr val="tx1"/>
                </a:solidFill>
                <a:latin typeface="Arial" charset="0"/>
                <a:ea typeface="ＭＳ Ｐゴシック" charset="0"/>
              </a:defRPr>
            </a:lvl9pPr>
          </a:lstStyle>
          <a:p>
            <a:pPr marL="0" indent="0" algn="l" eaLnBrk="1" hangingPunct="1">
              <a:spcBef>
                <a:spcPts val="1200"/>
              </a:spcBef>
            </a:pPr>
            <a:r>
              <a:rPr lang="en-US" sz="3200" b="0" dirty="0">
                <a:latin typeface="Times New Roman" charset="0"/>
                <a:cs typeface="Times New Roman" charset="0"/>
              </a:rPr>
              <a:t>This project is an examination of public-school education in the United States. The focus starts with a look at the international status of the US, and drops down to the district level for a few states selected from the top and bottom of the rankings</a:t>
            </a:r>
            <a:endParaRPr lang="en-US" sz="4800" b="0" dirty="0">
              <a:latin typeface="Times New Roman" charset="0"/>
              <a:cs typeface="Times New Roman" charset="0"/>
            </a:endParaRPr>
          </a:p>
        </p:txBody>
      </p:sp>
      <p:pic>
        <p:nvPicPr>
          <p:cNvPr id="4" name="Picture 3">
            <a:extLst>
              <a:ext uri="{FF2B5EF4-FFF2-40B4-BE49-F238E27FC236}">
                <a16:creationId xmlns:a16="http://schemas.microsoft.com/office/drawing/2014/main" id="{4504E8CA-48E8-44BE-93C7-6E09B1ECDFFD}"/>
              </a:ext>
            </a:extLst>
          </p:cNvPr>
          <p:cNvPicPr>
            <a:picLocks noChangeAspect="1"/>
          </p:cNvPicPr>
          <p:nvPr/>
        </p:nvPicPr>
        <p:blipFill>
          <a:blip r:embed="rId2"/>
          <a:stretch>
            <a:fillRect/>
          </a:stretch>
        </p:blipFill>
        <p:spPr>
          <a:xfrm>
            <a:off x="2003883" y="7927505"/>
            <a:ext cx="10577477" cy="4456562"/>
          </a:xfrm>
          <a:prstGeom prst="rect">
            <a:avLst/>
          </a:prstGeom>
        </p:spPr>
      </p:pic>
      <p:pic>
        <p:nvPicPr>
          <p:cNvPr id="26" name="Picture 25" descr="A picture containing screenshot&#10;&#10;Description automatically generated">
            <a:extLst>
              <a:ext uri="{FF2B5EF4-FFF2-40B4-BE49-F238E27FC236}">
                <a16:creationId xmlns:a16="http://schemas.microsoft.com/office/drawing/2014/main" id="{DD38104B-9F27-429E-B33A-5E7D03F7C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10132" y="8230886"/>
            <a:ext cx="8722605" cy="6488616"/>
          </a:xfrm>
          <a:prstGeom prst="rect">
            <a:avLst/>
          </a:prstGeom>
        </p:spPr>
      </p:pic>
      <p:pic>
        <p:nvPicPr>
          <p:cNvPr id="27" name="Picture 26" descr="A picture containing text&#10;&#10;Description automatically generated">
            <a:extLst>
              <a:ext uri="{FF2B5EF4-FFF2-40B4-BE49-F238E27FC236}">
                <a16:creationId xmlns:a16="http://schemas.microsoft.com/office/drawing/2014/main" id="{C453B914-6132-431D-BEE0-AD4956624E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23446" y="17822054"/>
            <a:ext cx="8707878" cy="6744452"/>
          </a:xfrm>
          <a:prstGeom prst="rect">
            <a:avLst/>
          </a:prstGeom>
        </p:spPr>
      </p:pic>
      <p:grpSp>
        <p:nvGrpSpPr>
          <p:cNvPr id="392" name="Group 391">
            <a:extLst>
              <a:ext uri="{FF2B5EF4-FFF2-40B4-BE49-F238E27FC236}">
                <a16:creationId xmlns:a16="http://schemas.microsoft.com/office/drawing/2014/main" id="{928C68C6-3B11-4CFE-9823-64D94DCC88AA}"/>
              </a:ext>
            </a:extLst>
          </p:cNvPr>
          <p:cNvGrpSpPr/>
          <p:nvPr/>
        </p:nvGrpSpPr>
        <p:grpSpPr>
          <a:xfrm>
            <a:off x="14524125" y="8776925"/>
            <a:ext cx="5701240" cy="4946080"/>
            <a:chOff x="1300015" y="495429"/>
            <a:chExt cx="6385969" cy="4916834"/>
          </a:xfrm>
        </p:grpSpPr>
        <p:pic>
          <p:nvPicPr>
            <p:cNvPr id="393" name="Picture 392" descr="A close up of a sign&#10;&#10;Description automatically generated">
              <a:extLst>
                <a:ext uri="{FF2B5EF4-FFF2-40B4-BE49-F238E27FC236}">
                  <a16:creationId xmlns:a16="http://schemas.microsoft.com/office/drawing/2014/main" id="{9D617028-F1C0-47A0-8309-E1CB63648B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7353" y="495429"/>
              <a:ext cx="4261143" cy="1980656"/>
            </a:xfrm>
            <a:prstGeom prst="rect">
              <a:avLst/>
            </a:prstGeom>
          </p:spPr>
        </p:pic>
        <p:pic>
          <p:nvPicPr>
            <p:cNvPr id="394" name="Picture 393" descr="A close up of a sign&#10;&#10;Description automatically generated">
              <a:extLst>
                <a:ext uri="{FF2B5EF4-FFF2-40B4-BE49-F238E27FC236}">
                  <a16:creationId xmlns:a16="http://schemas.microsoft.com/office/drawing/2014/main" id="{528B243D-B365-4588-A9BE-975760EF5C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0015" y="3132624"/>
              <a:ext cx="2351347" cy="1994913"/>
            </a:xfrm>
            <a:prstGeom prst="rect">
              <a:avLst/>
            </a:prstGeom>
          </p:spPr>
        </p:pic>
        <p:pic>
          <p:nvPicPr>
            <p:cNvPr id="395" name="Picture 394">
              <a:extLst>
                <a:ext uri="{FF2B5EF4-FFF2-40B4-BE49-F238E27FC236}">
                  <a16:creationId xmlns:a16="http://schemas.microsoft.com/office/drawing/2014/main" id="{86D038B2-365F-46D9-9717-D189B00AD2E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70154" y="2768922"/>
              <a:ext cx="3915830" cy="2643341"/>
            </a:xfrm>
            <a:prstGeom prst="rect">
              <a:avLst/>
            </a:prstGeom>
          </p:spPr>
        </p:pic>
      </p:grpSp>
      <p:pic>
        <p:nvPicPr>
          <p:cNvPr id="10" name="Picture 9" descr="A picture containing clipart&#10;&#10;Description automatically generated">
            <a:extLst>
              <a:ext uri="{FF2B5EF4-FFF2-40B4-BE49-F238E27FC236}">
                <a16:creationId xmlns:a16="http://schemas.microsoft.com/office/drawing/2014/main" id="{69367836-C92C-4A39-9787-AA8A21C0C4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917570" y="442912"/>
            <a:ext cx="11420475" cy="4600575"/>
          </a:xfrm>
          <a:prstGeom prst="rect">
            <a:avLst/>
          </a:prstGeom>
        </p:spPr>
      </p:pic>
      <p:sp>
        <p:nvSpPr>
          <p:cNvPr id="11" name="TextBox 10">
            <a:extLst>
              <a:ext uri="{FF2B5EF4-FFF2-40B4-BE49-F238E27FC236}">
                <a16:creationId xmlns:a16="http://schemas.microsoft.com/office/drawing/2014/main" id="{C827620F-8DFA-4797-831B-10D8BB20E54B}"/>
              </a:ext>
            </a:extLst>
          </p:cNvPr>
          <p:cNvSpPr txBox="1"/>
          <p:nvPr/>
        </p:nvSpPr>
        <p:spPr>
          <a:xfrm>
            <a:off x="802838" y="29663858"/>
            <a:ext cx="7063917" cy="2554545"/>
          </a:xfrm>
          <a:prstGeom prst="rect">
            <a:avLst/>
          </a:prstGeom>
          <a:noFill/>
        </p:spPr>
        <p:txBody>
          <a:bodyPr wrap="square" rtlCol="0">
            <a:spAutoFit/>
          </a:bodyPr>
          <a:lstStyle/>
          <a:p>
            <a:pPr algn="l"/>
            <a:r>
              <a:rPr lang="en-US" sz="2000" dirty="0">
                <a:solidFill>
                  <a:schemeClr val="tx1"/>
                </a:solidFill>
              </a:rPr>
              <a:t>National Science Foundation</a:t>
            </a:r>
          </a:p>
          <a:p>
            <a:pPr algn="l"/>
            <a:r>
              <a:rPr lang="en-US" sz="2000" dirty="0">
                <a:solidFill>
                  <a:schemeClr val="tx1"/>
                </a:solidFill>
              </a:rPr>
              <a:t>National Assessment of Education Progress</a:t>
            </a:r>
          </a:p>
          <a:p>
            <a:pPr algn="l"/>
            <a:r>
              <a:rPr lang="en-US" sz="2000" dirty="0">
                <a:solidFill>
                  <a:schemeClr val="tx1"/>
                </a:solidFill>
              </a:rPr>
              <a:t>U.S. Department of Education</a:t>
            </a:r>
          </a:p>
          <a:p>
            <a:pPr algn="l"/>
            <a:r>
              <a:rPr lang="en-US" sz="2000" dirty="0">
                <a:solidFill>
                  <a:schemeClr val="tx1"/>
                </a:solidFill>
              </a:rPr>
              <a:t>National Education</a:t>
            </a:r>
          </a:p>
          <a:p>
            <a:pPr algn="l"/>
            <a:r>
              <a:rPr lang="en-US" sz="2000" dirty="0">
                <a:solidFill>
                  <a:schemeClr val="tx1"/>
                </a:solidFill>
              </a:rPr>
              <a:t>National Center for Education Statistics</a:t>
            </a:r>
          </a:p>
          <a:p>
            <a:pPr algn="l"/>
            <a:r>
              <a:rPr lang="en-US" sz="2000" dirty="0" err="1">
                <a:solidFill>
                  <a:schemeClr val="tx1"/>
                </a:solidFill>
              </a:rPr>
              <a:t>KnowledgeWorks</a:t>
            </a:r>
            <a:endParaRPr lang="en-US" sz="2000" dirty="0">
              <a:solidFill>
                <a:schemeClr val="tx1"/>
              </a:solidFill>
            </a:endParaRPr>
          </a:p>
          <a:p>
            <a:pPr algn="l"/>
            <a:r>
              <a:rPr lang="en-US" sz="2000" dirty="0">
                <a:solidFill>
                  <a:schemeClr val="tx1"/>
                </a:solidFill>
              </a:rPr>
              <a:t>Organization for Economic Cooperation &amp; Development</a:t>
            </a:r>
          </a:p>
          <a:p>
            <a:pPr algn="l"/>
            <a:r>
              <a:rPr lang="en-US" sz="2000" dirty="0">
                <a:solidFill>
                  <a:schemeClr val="tx1"/>
                </a:solidFill>
              </a:rPr>
              <a:t>International Educational Association </a:t>
            </a:r>
          </a:p>
        </p:txBody>
      </p:sp>
      <p:sp>
        <p:nvSpPr>
          <p:cNvPr id="12" name="TextBox 11">
            <a:extLst>
              <a:ext uri="{FF2B5EF4-FFF2-40B4-BE49-F238E27FC236}">
                <a16:creationId xmlns:a16="http://schemas.microsoft.com/office/drawing/2014/main" id="{42D7DB3E-0EE8-4E90-9E47-0204F2A2077F}"/>
              </a:ext>
            </a:extLst>
          </p:cNvPr>
          <p:cNvSpPr txBox="1"/>
          <p:nvPr/>
        </p:nvSpPr>
        <p:spPr>
          <a:xfrm>
            <a:off x="15965768" y="27283697"/>
            <a:ext cx="11899254" cy="5016758"/>
          </a:xfrm>
          <a:prstGeom prst="rect">
            <a:avLst/>
          </a:prstGeom>
          <a:noFill/>
        </p:spPr>
        <p:txBody>
          <a:bodyPr wrap="square" rtlCol="0">
            <a:spAutoFit/>
          </a:bodyPr>
          <a:lstStyle/>
          <a:p>
            <a:pPr marL="285750" indent="-285750" algn="l" fontAlgn="auto">
              <a:spcBef>
                <a:spcPts val="0"/>
              </a:spcBef>
              <a:spcAft>
                <a:spcPts val="0"/>
              </a:spcAft>
              <a:buFont typeface="Wingdings" panose="05000000000000000000" pitchFamily="2" charset="2"/>
              <a:buChar char="q"/>
            </a:pPr>
            <a:r>
              <a:rPr lang="en-US" sz="3200" b="0" dirty="0">
                <a:solidFill>
                  <a:prstClr val="black"/>
                </a:solidFill>
                <a:latin typeface="Calibri" panose="020F0502020204030204"/>
              </a:rPr>
              <a:t>International Assessment(s) mirrors USA high School decline in math and science.</a:t>
            </a:r>
          </a:p>
          <a:p>
            <a:pPr algn="l" fontAlgn="auto">
              <a:spcBef>
                <a:spcPts val="0"/>
              </a:spcBef>
              <a:spcAft>
                <a:spcPts val="0"/>
              </a:spcAft>
            </a:pPr>
            <a:endParaRPr lang="en-US" sz="3200" b="0" dirty="0">
              <a:solidFill>
                <a:prstClr val="black"/>
              </a:solidFill>
              <a:latin typeface="Calibri" panose="020F0502020204030204"/>
            </a:endParaRPr>
          </a:p>
          <a:p>
            <a:pPr marL="285750" indent="-285750" algn="l" fontAlgn="auto">
              <a:spcBef>
                <a:spcPts val="0"/>
              </a:spcBef>
              <a:spcAft>
                <a:spcPts val="0"/>
              </a:spcAft>
              <a:buFont typeface="Wingdings" panose="05000000000000000000" pitchFamily="2" charset="2"/>
              <a:buChar char="q"/>
            </a:pPr>
            <a:r>
              <a:rPr lang="en-US" sz="3200" b="0" dirty="0">
                <a:solidFill>
                  <a:prstClr val="black"/>
                </a:solidFill>
                <a:latin typeface="Calibri" panose="020F0502020204030204"/>
              </a:rPr>
              <a:t>AP enrollment in general is higher for better ranked states.</a:t>
            </a:r>
          </a:p>
          <a:p>
            <a:pPr marL="285750" indent="-285750" algn="l" fontAlgn="auto">
              <a:spcBef>
                <a:spcPts val="0"/>
              </a:spcBef>
              <a:spcAft>
                <a:spcPts val="0"/>
              </a:spcAft>
              <a:buFont typeface="Wingdings" panose="05000000000000000000" pitchFamily="2" charset="2"/>
              <a:buChar char="q"/>
            </a:pPr>
            <a:endParaRPr lang="en-US" sz="3200" b="0" dirty="0">
              <a:solidFill>
                <a:prstClr val="black"/>
              </a:solidFill>
              <a:latin typeface="Calibri" panose="020F0502020204030204"/>
            </a:endParaRPr>
          </a:p>
          <a:p>
            <a:pPr marL="285750" indent="-285750" algn="l" fontAlgn="auto">
              <a:spcBef>
                <a:spcPts val="0"/>
              </a:spcBef>
              <a:spcAft>
                <a:spcPts val="0"/>
              </a:spcAft>
              <a:buFont typeface="Wingdings" panose="05000000000000000000" pitchFamily="2" charset="2"/>
              <a:buChar char="q"/>
            </a:pPr>
            <a:r>
              <a:rPr lang="en-US" sz="3200" b="0" dirty="0">
                <a:solidFill>
                  <a:prstClr val="black"/>
                </a:solidFill>
                <a:latin typeface="Calibri" panose="020F0502020204030204"/>
              </a:rPr>
              <a:t>ESSA (Every Student Succeeds Act) is reshaping assessment and accountability requirements.</a:t>
            </a:r>
          </a:p>
          <a:p>
            <a:pPr marL="285750" indent="-285750" algn="l" fontAlgn="auto">
              <a:spcBef>
                <a:spcPts val="0"/>
              </a:spcBef>
              <a:spcAft>
                <a:spcPts val="0"/>
              </a:spcAft>
              <a:buFont typeface="Wingdings" panose="05000000000000000000" pitchFamily="2" charset="2"/>
              <a:buChar char="q"/>
            </a:pPr>
            <a:endParaRPr lang="en-US" sz="3200" b="0" dirty="0">
              <a:solidFill>
                <a:prstClr val="black"/>
              </a:solidFill>
              <a:latin typeface="Calibri" panose="020F0502020204030204"/>
            </a:endParaRPr>
          </a:p>
          <a:p>
            <a:pPr marL="285750" indent="-285750" algn="l" fontAlgn="auto">
              <a:spcBef>
                <a:spcPts val="0"/>
              </a:spcBef>
              <a:spcAft>
                <a:spcPts val="0"/>
              </a:spcAft>
              <a:buFont typeface="Wingdings" panose="05000000000000000000" pitchFamily="2" charset="2"/>
              <a:buChar char="q"/>
            </a:pPr>
            <a:r>
              <a:rPr lang="en-US" sz="3200" b="0" dirty="0">
                <a:solidFill>
                  <a:prstClr val="black"/>
                </a:solidFill>
                <a:latin typeface="Calibri" panose="020F0502020204030204"/>
              </a:rPr>
              <a:t>Competency state-based education initiatives are increasing in high percentage across the country.</a:t>
            </a:r>
          </a:p>
        </p:txBody>
      </p:sp>
      <p:sp>
        <p:nvSpPr>
          <p:cNvPr id="405" name="Rectangle 166">
            <a:extLst>
              <a:ext uri="{FF2B5EF4-FFF2-40B4-BE49-F238E27FC236}">
                <a16:creationId xmlns:a16="http://schemas.microsoft.com/office/drawing/2014/main" id="{801BD9C8-0078-492C-8EFD-37724CFD5E30}"/>
              </a:ext>
            </a:extLst>
          </p:cNvPr>
          <p:cNvSpPr>
            <a:spLocks noChangeArrowheads="1"/>
          </p:cNvSpPr>
          <p:nvPr/>
        </p:nvSpPr>
        <p:spPr bwMode="auto">
          <a:xfrm>
            <a:off x="17581755" y="6189651"/>
            <a:ext cx="8727690" cy="1184298"/>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4800" dirty="0">
                <a:solidFill>
                  <a:srgbClr val="CCCCCC"/>
                </a:solidFill>
              </a:rPr>
              <a:t>International</a:t>
            </a:r>
          </a:p>
        </p:txBody>
      </p:sp>
      <p:sp>
        <p:nvSpPr>
          <p:cNvPr id="204" name="Text Box 2546">
            <a:extLst>
              <a:ext uri="{FF2B5EF4-FFF2-40B4-BE49-F238E27FC236}">
                <a16:creationId xmlns:a16="http://schemas.microsoft.com/office/drawing/2014/main" id="{126FE336-B81A-47D3-9C57-009EE667BCA3}"/>
              </a:ext>
            </a:extLst>
          </p:cNvPr>
          <p:cNvSpPr txBox="1">
            <a:spLocks noChangeArrowheads="1"/>
          </p:cNvSpPr>
          <p:nvPr/>
        </p:nvSpPr>
        <p:spPr bwMode="auto">
          <a:xfrm>
            <a:off x="37514464" y="8202250"/>
            <a:ext cx="5823581" cy="649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6000">
                <a:solidFill>
                  <a:schemeClr val="tx1"/>
                </a:solidFill>
                <a:latin typeface="Arial" charset="0"/>
                <a:ea typeface="ＭＳ Ｐゴシック" charset="0"/>
              </a:defRPr>
            </a:lvl1pPr>
            <a:lvl2pPr marL="1200150" indent="-457200" eaLnBrk="0" hangingPunct="0">
              <a:defRPr sz="6000">
                <a:solidFill>
                  <a:schemeClr val="tx1"/>
                </a:solidFill>
                <a:latin typeface="Arial" charset="0"/>
                <a:ea typeface="ＭＳ Ｐゴシック" charset="0"/>
              </a:defRPr>
            </a:lvl2pPr>
            <a:lvl3pPr marL="1143000" indent="-228600" eaLnBrk="0" hangingPunct="0">
              <a:defRPr sz="6000">
                <a:solidFill>
                  <a:schemeClr val="tx1"/>
                </a:solidFill>
                <a:latin typeface="Arial" charset="0"/>
                <a:ea typeface="ＭＳ Ｐゴシック" charset="0"/>
              </a:defRPr>
            </a:lvl3pPr>
            <a:lvl4pPr marL="1600200" indent="-228600" eaLnBrk="0" hangingPunct="0">
              <a:defRPr sz="6000">
                <a:solidFill>
                  <a:schemeClr val="tx1"/>
                </a:solidFill>
                <a:latin typeface="Arial" charset="0"/>
                <a:ea typeface="ＭＳ Ｐゴシック" charset="0"/>
              </a:defRPr>
            </a:lvl4pPr>
            <a:lvl5pPr marL="2057400" indent="-228600" eaLnBrk="0" hangingPunct="0">
              <a:defRPr sz="6000">
                <a:solidFill>
                  <a:schemeClr val="tx1"/>
                </a:solidFill>
                <a:latin typeface="Arial" charset="0"/>
                <a:ea typeface="ＭＳ Ｐゴシック" charset="0"/>
              </a:defRPr>
            </a:lvl5pPr>
            <a:lvl6pPr marL="2514600" indent="-228600" algn="ctr" eaLnBrk="0" fontAlgn="base" hangingPunct="0">
              <a:spcBef>
                <a:spcPct val="50000"/>
              </a:spcBef>
              <a:spcAft>
                <a:spcPct val="0"/>
              </a:spcAft>
              <a:defRPr sz="6000">
                <a:solidFill>
                  <a:schemeClr val="tx1"/>
                </a:solidFill>
                <a:latin typeface="Arial" charset="0"/>
                <a:ea typeface="ＭＳ Ｐゴシック" charset="0"/>
              </a:defRPr>
            </a:lvl6pPr>
            <a:lvl7pPr marL="2971800" indent="-228600" algn="ctr" eaLnBrk="0" fontAlgn="base" hangingPunct="0">
              <a:spcBef>
                <a:spcPct val="50000"/>
              </a:spcBef>
              <a:spcAft>
                <a:spcPct val="0"/>
              </a:spcAft>
              <a:defRPr sz="6000">
                <a:solidFill>
                  <a:schemeClr val="tx1"/>
                </a:solidFill>
                <a:latin typeface="Arial" charset="0"/>
                <a:ea typeface="ＭＳ Ｐゴシック" charset="0"/>
              </a:defRPr>
            </a:lvl7pPr>
            <a:lvl8pPr marL="3429000" indent="-228600" algn="ctr" eaLnBrk="0" fontAlgn="base" hangingPunct="0">
              <a:spcBef>
                <a:spcPct val="50000"/>
              </a:spcBef>
              <a:spcAft>
                <a:spcPct val="0"/>
              </a:spcAft>
              <a:defRPr sz="6000">
                <a:solidFill>
                  <a:schemeClr val="tx1"/>
                </a:solidFill>
                <a:latin typeface="Arial" charset="0"/>
                <a:ea typeface="ＭＳ Ｐゴシック" charset="0"/>
              </a:defRPr>
            </a:lvl8pPr>
            <a:lvl9pPr marL="3886200" indent="-228600" algn="ctr" eaLnBrk="0" fontAlgn="base" hangingPunct="0">
              <a:spcBef>
                <a:spcPct val="50000"/>
              </a:spcBef>
              <a:spcAft>
                <a:spcPct val="0"/>
              </a:spcAft>
              <a:defRPr sz="6000">
                <a:solidFill>
                  <a:schemeClr val="tx1"/>
                </a:solidFill>
                <a:latin typeface="Arial" charset="0"/>
                <a:ea typeface="ＭＳ Ｐゴシック" charset="0"/>
              </a:defRPr>
            </a:lvl9pPr>
          </a:lstStyle>
          <a:p>
            <a:pPr marL="0" indent="0" algn="l" eaLnBrk="1" hangingPunct="1">
              <a:spcBef>
                <a:spcPts val="1200"/>
              </a:spcBef>
            </a:pPr>
            <a:r>
              <a:rPr lang="en-US" sz="3200" b="0" dirty="0">
                <a:latin typeface="Times New Roman" panose="02020603050405020304" pitchFamily="18" charset="0"/>
                <a:cs typeface="Times New Roman" panose="02020603050405020304" pitchFamily="18" charset="0"/>
              </a:rPr>
              <a:t>The National Assessment of Education Progress (NAEP) assessment is a federally run test to look at various grades and subjects within the US. In 2015, the percent of students who are proficient in Math and Science show steady declines across grades. Decreasing proficiency as students advance through grades is an indicator of a decline in education quality as students advance.</a:t>
            </a:r>
          </a:p>
        </p:txBody>
      </p:sp>
      <p:sp>
        <p:nvSpPr>
          <p:cNvPr id="205" name="Text Box 2546">
            <a:extLst>
              <a:ext uri="{FF2B5EF4-FFF2-40B4-BE49-F238E27FC236}">
                <a16:creationId xmlns:a16="http://schemas.microsoft.com/office/drawing/2014/main" id="{DCC644DD-3A48-4FEF-8250-FB2E2F42ABD2}"/>
              </a:ext>
            </a:extLst>
          </p:cNvPr>
          <p:cNvSpPr txBox="1">
            <a:spLocks noChangeArrowheads="1"/>
          </p:cNvSpPr>
          <p:nvPr/>
        </p:nvSpPr>
        <p:spPr bwMode="auto">
          <a:xfrm>
            <a:off x="20225365" y="7942163"/>
            <a:ext cx="8002329" cy="698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marL="457200" indent="-457200" eaLnBrk="0" hangingPunct="0">
              <a:defRPr sz="6000">
                <a:solidFill>
                  <a:schemeClr val="tx1"/>
                </a:solidFill>
                <a:latin typeface="Arial" charset="0"/>
                <a:ea typeface="ＭＳ Ｐゴシック" charset="0"/>
              </a:defRPr>
            </a:lvl1pPr>
            <a:lvl2pPr marL="1200150" indent="-457200" eaLnBrk="0" hangingPunct="0">
              <a:defRPr sz="6000">
                <a:solidFill>
                  <a:schemeClr val="tx1"/>
                </a:solidFill>
                <a:latin typeface="Arial" charset="0"/>
                <a:ea typeface="ＭＳ Ｐゴシック" charset="0"/>
              </a:defRPr>
            </a:lvl2pPr>
            <a:lvl3pPr marL="1143000" indent="-228600" eaLnBrk="0" hangingPunct="0">
              <a:defRPr sz="6000">
                <a:solidFill>
                  <a:schemeClr val="tx1"/>
                </a:solidFill>
                <a:latin typeface="Arial" charset="0"/>
                <a:ea typeface="ＭＳ Ｐゴシック" charset="0"/>
              </a:defRPr>
            </a:lvl3pPr>
            <a:lvl4pPr marL="1600200" indent="-228600" eaLnBrk="0" hangingPunct="0">
              <a:defRPr sz="6000">
                <a:solidFill>
                  <a:schemeClr val="tx1"/>
                </a:solidFill>
                <a:latin typeface="Arial" charset="0"/>
                <a:ea typeface="ＭＳ Ｐゴシック" charset="0"/>
              </a:defRPr>
            </a:lvl4pPr>
            <a:lvl5pPr marL="2057400" indent="-228600" eaLnBrk="0" hangingPunct="0">
              <a:defRPr sz="6000">
                <a:solidFill>
                  <a:schemeClr val="tx1"/>
                </a:solidFill>
                <a:latin typeface="Arial" charset="0"/>
                <a:ea typeface="ＭＳ Ｐゴシック" charset="0"/>
              </a:defRPr>
            </a:lvl5pPr>
            <a:lvl6pPr marL="2514600" indent="-228600" algn="ctr" eaLnBrk="0" fontAlgn="base" hangingPunct="0">
              <a:spcBef>
                <a:spcPct val="50000"/>
              </a:spcBef>
              <a:spcAft>
                <a:spcPct val="0"/>
              </a:spcAft>
              <a:defRPr sz="6000">
                <a:solidFill>
                  <a:schemeClr val="tx1"/>
                </a:solidFill>
                <a:latin typeface="Arial" charset="0"/>
                <a:ea typeface="ＭＳ Ｐゴシック" charset="0"/>
              </a:defRPr>
            </a:lvl6pPr>
            <a:lvl7pPr marL="2971800" indent="-228600" algn="ctr" eaLnBrk="0" fontAlgn="base" hangingPunct="0">
              <a:spcBef>
                <a:spcPct val="50000"/>
              </a:spcBef>
              <a:spcAft>
                <a:spcPct val="0"/>
              </a:spcAft>
              <a:defRPr sz="6000">
                <a:solidFill>
                  <a:schemeClr val="tx1"/>
                </a:solidFill>
                <a:latin typeface="Arial" charset="0"/>
                <a:ea typeface="ＭＳ Ｐゴシック" charset="0"/>
              </a:defRPr>
            </a:lvl7pPr>
            <a:lvl8pPr marL="3429000" indent="-228600" algn="ctr" eaLnBrk="0" fontAlgn="base" hangingPunct="0">
              <a:spcBef>
                <a:spcPct val="50000"/>
              </a:spcBef>
              <a:spcAft>
                <a:spcPct val="0"/>
              </a:spcAft>
              <a:defRPr sz="6000">
                <a:solidFill>
                  <a:schemeClr val="tx1"/>
                </a:solidFill>
                <a:latin typeface="Arial" charset="0"/>
                <a:ea typeface="ＭＳ Ｐゴシック" charset="0"/>
              </a:defRPr>
            </a:lvl8pPr>
            <a:lvl9pPr marL="3886200" indent="-228600" algn="ctr" eaLnBrk="0" fontAlgn="base" hangingPunct="0">
              <a:spcBef>
                <a:spcPct val="50000"/>
              </a:spcBef>
              <a:spcAft>
                <a:spcPct val="0"/>
              </a:spcAft>
              <a:defRPr sz="6000">
                <a:solidFill>
                  <a:schemeClr val="tx1"/>
                </a:solidFill>
                <a:latin typeface="Arial" charset="0"/>
                <a:ea typeface="ＭＳ Ｐゴシック" charset="0"/>
              </a:defRPr>
            </a:lvl9pPr>
          </a:lstStyle>
          <a:p>
            <a:pPr marL="0" indent="0" algn="l" eaLnBrk="1" hangingPunct="1">
              <a:spcBef>
                <a:spcPts val="1200"/>
              </a:spcBef>
            </a:pPr>
            <a:r>
              <a:rPr lang="en-US" sz="3200" b="0" dirty="0">
                <a:latin typeface="Times New Roman"/>
                <a:ea typeface="ＭＳ Ｐゴシック"/>
                <a:cs typeface="Times New Roman"/>
              </a:rPr>
              <a:t>At the international level, there are several tests administered to test various areas of education: The Trends in International Mathematics and Science Study (TIMSS) for math and science, the Progress In International Reading Literacy Study (PIRLS) for reading, and the Program for International Student Assessment (PISA) for math, science, and reading. The PISA is done in 72 countries  and examines 15 yr. old students. In this study, the US ranks 31</a:t>
            </a:r>
            <a:r>
              <a:rPr lang="en-US" sz="3200" b="0" baseline="30000" dirty="0">
                <a:latin typeface="Times New Roman"/>
                <a:ea typeface="ＭＳ Ｐゴシック"/>
                <a:cs typeface="Times New Roman"/>
              </a:rPr>
              <a:t>st</a:t>
            </a:r>
            <a:r>
              <a:rPr lang="en-US" sz="3200" b="0" dirty="0">
                <a:latin typeface="Times New Roman"/>
                <a:ea typeface="ＭＳ Ｐゴシック"/>
                <a:cs typeface="Times New Roman"/>
              </a:rPr>
              <a:t>, not that high. It also shows a sharp decline from 4th and 8th grade scores (TIMMS &amp; PIRLS). The gains of early education are not sustainable in the later years​</a:t>
            </a:r>
          </a:p>
        </p:txBody>
      </p:sp>
      <p:sp>
        <p:nvSpPr>
          <p:cNvPr id="206" name="Text Box 2546">
            <a:extLst>
              <a:ext uri="{FF2B5EF4-FFF2-40B4-BE49-F238E27FC236}">
                <a16:creationId xmlns:a16="http://schemas.microsoft.com/office/drawing/2014/main" id="{8E250C6D-5F40-42D0-A7A9-1FCA44A491B0}"/>
              </a:ext>
            </a:extLst>
          </p:cNvPr>
          <p:cNvSpPr txBox="1">
            <a:spLocks noChangeArrowheads="1"/>
          </p:cNvSpPr>
          <p:nvPr/>
        </p:nvSpPr>
        <p:spPr bwMode="auto">
          <a:xfrm>
            <a:off x="22764181" y="17701016"/>
            <a:ext cx="6223223" cy="698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marL="457200" indent="-457200" eaLnBrk="0" hangingPunct="0">
              <a:defRPr sz="6000">
                <a:solidFill>
                  <a:schemeClr val="tx1"/>
                </a:solidFill>
                <a:latin typeface="Arial" charset="0"/>
                <a:ea typeface="ＭＳ Ｐゴシック" charset="0"/>
              </a:defRPr>
            </a:lvl1pPr>
            <a:lvl2pPr marL="1200150" indent="-457200" eaLnBrk="0" hangingPunct="0">
              <a:defRPr sz="6000">
                <a:solidFill>
                  <a:schemeClr val="tx1"/>
                </a:solidFill>
                <a:latin typeface="Arial" charset="0"/>
                <a:ea typeface="ＭＳ Ｐゴシック" charset="0"/>
              </a:defRPr>
            </a:lvl2pPr>
            <a:lvl3pPr marL="1143000" indent="-228600" eaLnBrk="0" hangingPunct="0">
              <a:defRPr sz="6000">
                <a:solidFill>
                  <a:schemeClr val="tx1"/>
                </a:solidFill>
                <a:latin typeface="Arial" charset="0"/>
                <a:ea typeface="ＭＳ Ｐゴシック" charset="0"/>
              </a:defRPr>
            </a:lvl3pPr>
            <a:lvl4pPr marL="1600200" indent="-228600" eaLnBrk="0" hangingPunct="0">
              <a:defRPr sz="6000">
                <a:solidFill>
                  <a:schemeClr val="tx1"/>
                </a:solidFill>
                <a:latin typeface="Arial" charset="0"/>
                <a:ea typeface="ＭＳ Ｐゴシック" charset="0"/>
              </a:defRPr>
            </a:lvl4pPr>
            <a:lvl5pPr marL="2057400" indent="-228600" eaLnBrk="0" hangingPunct="0">
              <a:defRPr sz="6000">
                <a:solidFill>
                  <a:schemeClr val="tx1"/>
                </a:solidFill>
                <a:latin typeface="Arial" charset="0"/>
                <a:ea typeface="ＭＳ Ｐゴシック" charset="0"/>
              </a:defRPr>
            </a:lvl5pPr>
            <a:lvl6pPr marL="2514600" indent="-228600" algn="ctr" eaLnBrk="0" fontAlgn="base" hangingPunct="0">
              <a:spcBef>
                <a:spcPct val="50000"/>
              </a:spcBef>
              <a:spcAft>
                <a:spcPct val="0"/>
              </a:spcAft>
              <a:defRPr sz="6000">
                <a:solidFill>
                  <a:schemeClr val="tx1"/>
                </a:solidFill>
                <a:latin typeface="Arial" charset="0"/>
                <a:ea typeface="ＭＳ Ｐゴシック" charset="0"/>
              </a:defRPr>
            </a:lvl6pPr>
            <a:lvl7pPr marL="2971800" indent="-228600" algn="ctr" eaLnBrk="0" fontAlgn="base" hangingPunct="0">
              <a:spcBef>
                <a:spcPct val="50000"/>
              </a:spcBef>
              <a:spcAft>
                <a:spcPct val="0"/>
              </a:spcAft>
              <a:defRPr sz="6000">
                <a:solidFill>
                  <a:schemeClr val="tx1"/>
                </a:solidFill>
                <a:latin typeface="Arial" charset="0"/>
                <a:ea typeface="ＭＳ Ｐゴシック" charset="0"/>
              </a:defRPr>
            </a:lvl7pPr>
            <a:lvl8pPr marL="3429000" indent="-228600" algn="ctr" eaLnBrk="0" fontAlgn="base" hangingPunct="0">
              <a:spcBef>
                <a:spcPct val="50000"/>
              </a:spcBef>
              <a:spcAft>
                <a:spcPct val="0"/>
              </a:spcAft>
              <a:defRPr sz="6000">
                <a:solidFill>
                  <a:schemeClr val="tx1"/>
                </a:solidFill>
                <a:latin typeface="Arial" charset="0"/>
                <a:ea typeface="ＭＳ Ｐゴシック" charset="0"/>
              </a:defRPr>
            </a:lvl8pPr>
            <a:lvl9pPr marL="3886200" indent="-228600" algn="ctr" eaLnBrk="0" fontAlgn="base" hangingPunct="0">
              <a:spcBef>
                <a:spcPct val="50000"/>
              </a:spcBef>
              <a:spcAft>
                <a:spcPct val="0"/>
              </a:spcAft>
              <a:defRPr sz="6000">
                <a:solidFill>
                  <a:schemeClr val="tx1"/>
                </a:solidFill>
                <a:latin typeface="Arial" charset="0"/>
                <a:ea typeface="ＭＳ Ｐゴシック" charset="0"/>
              </a:defRPr>
            </a:lvl9pPr>
          </a:lstStyle>
          <a:p>
            <a:pPr marL="0" indent="0" algn="l" eaLnBrk="1" hangingPunct="1">
              <a:spcBef>
                <a:spcPts val="1200"/>
              </a:spcBef>
            </a:pPr>
            <a:r>
              <a:rPr lang="en-US" sz="3200" b="0" dirty="0">
                <a:latin typeface="Times New Roman"/>
                <a:ea typeface="ＭＳ Ｐゴシック"/>
                <a:cs typeface="Times New Roman"/>
              </a:rPr>
              <a:t>Five states were chosen to examine at the district-level. MA, NJ, and NH were high ranking states, while LA and NM were low ranking. Looking at district-level AP enrollment in these states should interesting results; top ranked states had high levels of districts with students enrolling in AP classes, while bottom ranked states had much lower levels. This leads to the possibility that having AP classes offered at the school may improve student's education quality</a:t>
            </a:r>
          </a:p>
        </p:txBody>
      </p:sp>
      <p:sp>
        <p:nvSpPr>
          <p:cNvPr id="207" name="Text Box 2546">
            <a:extLst>
              <a:ext uri="{FF2B5EF4-FFF2-40B4-BE49-F238E27FC236}">
                <a16:creationId xmlns:a16="http://schemas.microsoft.com/office/drawing/2014/main" id="{902383A5-62BB-4DEF-AD83-344A01C26C45}"/>
              </a:ext>
            </a:extLst>
          </p:cNvPr>
          <p:cNvSpPr txBox="1">
            <a:spLocks noChangeArrowheads="1"/>
          </p:cNvSpPr>
          <p:nvPr/>
        </p:nvSpPr>
        <p:spPr bwMode="auto">
          <a:xfrm>
            <a:off x="568395" y="17091517"/>
            <a:ext cx="12530667" cy="1086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6000">
                <a:solidFill>
                  <a:schemeClr val="tx1"/>
                </a:solidFill>
                <a:latin typeface="Arial" charset="0"/>
                <a:ea typeface="ＭＳ Ｐゴシック" charset="0"/>
              </a:defRPr>
            </a:lvl1pPr>
            <a:lvl2pPr marL="1200150" indent="-457200" eaLnBrk="0" hangingPunct="0">
              <a:defRPr sz="6000">
                <a:solidFill>
                  <a:schemeClr val="tx1"/>
                </a:solidFill>
                <a:latin typeface="Arial" charset="0"/>
                <a:ea typeface="ＭＳ Ｐゴシック" charset="0"/>
              </a:defRPr>
            </a:lvl2pPr>
            <a:lvl3pPr marL="1143000" indent="-228600" eaLnBrk="0" hangingPunct="0">
              <a:defRPr sz="6000">
                <a:solidFill>
                  <a:schemeClr val="tx1"/>
                </a:solidFill>
                <a:latin typeface="Arial" charset="0"/>
                <a:ea typeface="ＭＳ Ｐゴシック" charset="0"/>
              </a:defRPr>
            </a:lvl3pPr>
            <a:lvl4pPr marL="1600200" indent="-228600" eaLnBrk="0" hangingPunct="0">
              <a:defRPr sz="6000">
                <a:solidFill>
                  <a:schemeClr val="tx1"/>
                </a:solidFill>
                <a:latin typeface="Arial" charset="0"/>
                <a:ea typeface="ＭＳ Ｐゴシック" charset="0"/>
              </a:defRPr>
            </a:lvl4pPr>
            <a:lvl5pPr marL="2057400" indent="-228600" eaLnBrk="0" hangingPunct="0">
              <a:defRPr sz="6000">
                <a:solidFill>
                  <a:schemeClr val="tx1"/>
                </a:solidFill>
                <a:latin typeface="Arial" charset="0"/>
                <a:ea typeface="ＭＳ Ｐゴシック" charset="0"/>
              </a:defRPr>
            </a:lvl5pPr>
            <a:lvl6pPr marL="2514600" indent="-228600" algn="ctr" eaLnBrk="0" fontAlgn="base" hangingPunct="0">
              <a:spcBef>
                <a:spcPct val="50000"/>
              </a:spcBef>
              <a:spcAft>
                <a:spcPct val="0"/>
              </a:spcAft>
              <a:defRPr sz="6000">
                <a:solidFill>
                  <a:schemeClr val="tx1"/>
                </a:solidFill>
                <a:latin typeface="Arial" charset="0"/>
                <a:ea typeface="ＭＳ Ｐゴシック" charset="0"/>
              </a:defRPr>
            </a:lvl6pPr>
            <a:lvl7pPr marL="2971800" indent="-228600" algn="ctr" eaLnBrk="0" fontAlgn="base" hangingPunct="0">
              <a:spcBef>
                <a:spcPct val="50000"/>
              </a:spcBef>
              <a:spcAft>
                <a:spcPct val="0"/>
              </a:spcAft>
              <a:defRPr sz="6000">
                <a:solidFill>
                  <a:schemeClr val="tx1"/>
                </a:solidFill>
                <a:latin typeface="Arial" charset="0"/>
                <a:ea typeface="ＭＳ Ｐゴシック" charset="0"/>
              </a:defRPr>
            </a:lvl7pPr>
            <a:lvl8pPr marL="3429000" indent="-228600" algn="ctr" eaLnBrk="0" fontAlgn="base" hangingPunct="0">
              <a:spcBef>
                <a:spcPct val="50000"/>
              </a:spcBef>
              <a:spcAft>
                <a:spcPct val="0"/>
              </a:spcAft>
              <a:defRPr sz="6000">
                <a:solidFill>
                  <a:schemeClr val="tx1"/>
                </a:solidFill>
                <a:latin typeface="Arial" charset="0"/>
                <a:ea typeface="ＭＳ Ｐゴシック" charset="0"/>
              </a:defRPr>
            </a:lvl8pPr>
            <a:lvl9pPr marL="3886200" indent="-228600" algn="ctr" eaLnBrk="0" fontAlgn="base" hangingPunct="0">
              <a:spcBef>
                <a:spcPct val="50000"/>
              </a:spcBef>
              <a:spcAft>
                <a:spcPct val="0"/>
              </a:spcAft>
              <a:defRPr sz="6000">
                <a:solidFill>
                  <a:schemeClr val="tx1"/>
                </a:solidFill>
                <a:latin typeface="Arial" charset="0"/>
                <a:ea typeface="ＭＳ Ｐゴシック" charset="0"/>
              </a:defRPr>
            </a:lvl9pPr>
          </a:lstStyle>
          <a:p>
            <a:pPr algn="l" eaLnBrk="1" hangingPunct="1">
              <a:spcBef>
                <a:spcPts val="1200"/>
              </a:spcBef>
              <a:buFont typeface="Arial" panose="020B0604020202020204" pitchFamily="34" charset="0"/>
              <a:buChar char="•"/>
            </a:pPr>
            <a:r>
              <a:rPr lang="en-US" sz="3200" b="0" dirty="0">
                <a:latin typeface="Times New Roman" charset="0"/>
                <a:cs typeface="Times New Roman" charset="0"/>
              </a:rPr>
              <a:t>The first stage of the project was to determine the focus. After initial investigation and debate, the decision was made to create a multi-level approach to look at the issue from a broad look all the way down to a more focused perspective.</a:t>
            </a:r>
          </a:p>
          <a:p>
            <a:pPr algn="l" eaLnBrk="1" hangingPunct="1">
              <a:spcBef>
                <a:spcPts val="1200"/>
              </a:spcBef>
              <a:buFont typeface="Arial" panose="020B0604020202020204" pitchFamily="34" charset="0"/>
              <a:buChar char="•"/>
            </a:pPr>
            <a:r>
              <a:rPr lang="en-US" sz="3200" b="0" dirty="0">
                <a:latin typeface="Times New Roman" charset="0"/>
                <a:cs typeface="Times New Roman" charset="0"/>
              </a:rPr>
              <a:t>For the international level, it was decided to focus of PISA for the broad scale it offered. Other data from other sources was sued to supplement the findings from PISA.</a:t>
            </a:r>
          </a:p>
          <a:p>
            <a:pPr algn="l" eaLnBrk="1" hangingPunct="1">
              <a:spcBef>
                <a:spcPts val="1200"/>
              </a:spcBef>
              <a:buFont typeface="Arial" panose="020B0604020202020204" pitchFamily="34" charset="0"/>
              <a:buChar char="•"/>
            </a:pPr>
            <a:r>
              <a:rPr lang="en-US" sz="3200" b="0" dirty="0">
                <a:latin typeface="Times New Roman" charset="0"/>
                <a:cs typeface="Times New Roman" charset="0"/>
              </a:rPr>
              <a:t>At the national level , the NAEP assessment was used to get information about state-level scores in math and science across 4</a:t>
            </a:r>
            <a:r>
              <a:rPr lang="en-US" sz="3200" b="0" baseline="30000" dirty="0">
                <a:latin typeface="Times New Roman" charset="0"/>
                <a:cs typeface="Times New Roman" charset="0"/>
              </a:rPr>
              <a:t>th</a:t>
            </a:r>
            <a:r>
              <a:rPr lang="en-US" sz="3200" b="0" dirty="0">
                <a:latin typeface="Times New Roman" charset="0"/>
                <a:cs typeface="Times New Roman" charset="0"/>
              </a:rPr>
              <a:t>, 8</a:t>
            </a:r>
            <a:r>
              <a:rPr lang="en-US" sz="3200" b="0" baseline="30000" dirty="0">
                <a:latin typeface="Times New Roman" charset="0"/>
                <a:cs typeface="Times New Roman" charset="0"/>
              </a:rPr>
              <a:t>th</a:t>
            </a:r>
            <a:r>
              <a:rPr lang="en-US" sz="3200" b="0" dirty="0">
                <a:latin typeface="Times New Roman" charset="0"/>
                <a:cs typeface="Times New Roman" charset="0"/>
              </a:rPr>
              <a:t>, and 12</a:t>
            </a:r>
            <a:r>
              <a:rPr lang="en-US" sz="3200" b="0" baseline="30000" dirty="0">
                <a:latin typeface="Times New Roman" charset="0"/>
                <a:cs typeface="Times New Roman" charset="0"/>
              </a:rPr>
              <a:t>th</a:t>
            </a:r>
            <a:r>
              <a:rPr lang="en-US" sz="3200" b="0" dirty="0">
                <a:latin typeface="Times New Roman" charset="0"/>
                <a:cs typeface="Times New Roman" charset="0"/>
              </a:rPr>
              <a:t> grade students.</a:t>
            </a:r>
          </a:p>
          <a:p>
            <a:pPr algn="l" eaLnBrk="1" hangingPunct="1">
              <a:spcBef>
                <a:spcPts val="1200"/>
              </a:spcBef>
              <a:buFont typeface="Arial" panose="020B0604020202020204" pitchFamily="34" charset="0"/>
              <a:buChar char="•"/>
            </a:pPr>
            <a:r>
              <a:rPr lang="en-US" sz="3200" b="0" dirty="0">
                <a:latin typeface="Times New Roman" charset="0"/>
                <a:cs typeface="Times New Roman" charset="0"/>
              </a:rPr>
              <a:t>For the district level data, five states were chosen to represent the top and bottom of the US rankings. New Jersey, Massachusetts, and New Hampshire were at the top, and New Mexico and Louisiana were at the bottom.</a:t>
            </a:r>
          </a:p>
          <a:p>
            <a:pPr algn="l" eaLnBrk="1" hangingPunct="1">
              <a:spcBef>
                <a:spcPts val="1200"/>
              </a:spcBef>
              <a:buFont typeface="Arial" panose="020B0604020202020204" pitchFamily="34" charset="0"/>
              <a:buChar char="•"/>
            </a:pPr>
            <a:r>
              <a:rPr lang="en-US" sz="3200" b="0" dirty="0">
                <a:latin typeface="Times New Roman" charset="0"/>
                <a:cs typeface="Times New Roman" charset="0"/>
              </a:rPr>
              <a:t>New Hampshire was also focused on to show the effects of Competency-based education.</a:t>
            </a:r>
          </a:p>
          <a:p>
            <a:pPr algn="l" eaLnBrk="1" hangingPunct="1">
              <a:spcBef>
                <a:spcPts val="1200"/>
              </a:spcBef>
              <a:buFont typeface="Arial" panose="020B0604020202020204" pitchFamily="34" charset="0"/>
              <a:buChar char="•"/>
            </a:pPr>
            <a:r>
              <a:rPr lang="en-US" sz="3200" b="0" dirty="0">
                <a:latin typeface="Times New Roman" charset="0"/>
                <a:cs typeface="Times New Roman" charset="0"/>
              </a:rPr>
              <a:t>Data was collected from numerous sources for each level to get as complete as possible data. </a:t>
            </a:r>
          </a:p>
          <a:p>
            <a:pPr algn="l" eaLnBrk="1" hangingPunct="1">
              <a:spcBef>
                <a:spcPts val="1200"/>
              </a:spcBef>
              <a:buFont typeface="Arial" panose="020B0604020202020204" pitchFamily="34" charset="0"/>
              <a:buChar char="•"/>
            </a:pPr>
            <a:r>
              <a:rPr lang="en-US" sz="3200" b="0" dirty="0">
                <a:latin typeface="Times New Roman" charset="0"/>
                <a:cs typeface="Times New Roman" charset="0"/>
              </a:rPr>
              <a:t>Python was the primary tool used to clean and join data together, and Tableau and Python (Seaborn) were used to generate the visualizations</a:t>
            </a:r>
          </a:p>
        </p:txBody>
      </p:sp>
      <p:graphicFrame>
        <p:nvGraphicFramePr>
          <p:cNvPr id="211" name="Chart 210">
            <a:extLst>
              <a:ext uri="{FF2B5EF4-FFF2-40B4-BE49-F238E27FC236}">
                <a16:creationId xmlns:a16="http://schemas.microsoft.com/office/drawing/2014/main" id="{C70F260E-D15D-47CE-BABE-9088C86AB8EE}"/>
              </a:ext>
            </a:extLst>
          </p:cNvPr>
          <p:cNvGraphicFramePr>
            <a:graphicFrameLocks/>
          </p:cNvGraphicFramePr>
          <p:nvPr>
            <p:extLst>
              <p:ext uri="{D42A27DB-BD31-4B8C-83A1-F6EECF244321}">
                <p14:modId xmlns:p14="http://schemas.microsoft.com/office/powerpoint/2010/main" val="746807014"/>
              </p:ext>
            </p:extLst>
          </p:nvPr>
        </p:nvGraphicFramePr>
        <p:xfrm>
          <a:off x="31917570" y="17467109"/>
          <a:ext cx="9390487" cy="7473736"/>
        </p:xfrm>
        <a:graphic>
          <a:graphicData uri="http://schemas.openxmlformats.org/drawingml/2006/chart">
            <c:chart xmlns:c="http://schemas.openxmlformats.org/drawingml/2006/chart" xmlns:r="http://schemas.openxmlformats.org/officeDocument/2006/relationships" r:id="rId9"/>
          </a:graphicData>
        </a:graphic>
      </p:graphicFrame>
      <p:sp>
        <p:nvSpPr>
          <p:cNvPr id="390" name="Text Box 2546">
            <a:extLst>
              <a:ext uri="{FF2B5EF4-FFF2-40B4-BE49-F238E27FC236}">
                <a16:creationId xmlns:a16="http://schemas.microsoft.com/office/drawing/2014/main" id="{B6DA90AD-137F-4F93-8752-1B8A88B0F80C}"/>
              </a:ext>
            </a:extLst>
          </p:cNvPr>
          <p:cNvSpPr txBox="1">
            <a:spLocks noChangeArrowheads="1"/>
          </p:cNvSpPr>
          <p:nvPr/>
        </p:nvSpPr>
        <p:spPr bwMode="auto">
          <a:xfrm>
            <a:off x="30663186" y="25020447"/>
            <a:ext cx="11899254" cy="68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6000">
                <a:solidFill>
                  <a:schemeClr val="tx1"/>
                </a:solidFill>
                <a:latin typeface="Arial" charset="0"/>
                <a:ea typeface="ＭＳ Ｐゴシック" charset="0"/>
              </a:defRPr>
            </a:lvl1pPr>
            <a:lvl2pPr marL="1200150" indent="-457200" eaLnBrk="0" hangingPunct="0">
              <a:defRPr sz="6000">
                <a:solidFill>
                  <a:schemeClr val="tx1"/>
                </a:solidFill>
                <a:latin typeface="Arial" charset="0"/>
                <a:ea typeface="ＭＳ Ｐゴシック" charset="0"/>
              </a:defRPr>
            </a:lvl2pPr>
            <a:lvl3pPr marL="1143000" indent="-228600" eaLnBrk="0" hangingPunct="0">
              <a:defRPr sz="6000">
                <a:solidFill>
                  <a:schemeClr val="tx1"/>
                </a:solidFill>
                <a:latin typeface="Arial" charset="0"/>
                <a:ea typeface="ＭＳ Ｐゴシック" charset="0"/>
              </a:defRPr>
            </a:lvl3pPr>
            <a:lvl4pPr marL="1600200" indent="-228600" eaLnBrk="0" hangingPunct="0">
              <a:defRPr sz="6000">
                <a:solidFill>
                  <a:schemeClr val="tx1"/>
                </a:solidFill>
                <a:latin typeface="Arial" charset="0"/>
                <a:ea typeface="ＭＳ Ｐゴシック" charset="0"/>
              </a:defRPr>
            </a:lvl4pPr>
            <a:lvl5pPr marL="2057400" indent="-228600" eaLnBrk="0" hangingPunct="0">
              <a:defRPr sz="6000">
                <a:solidFill>
                  <a:schemeClr val="tx1"/>
                </a:solidFill>
                <a:latin typeface="Arial" charset="0"/>
                <a:ea typeface="ＭＳ Ｐゴシック" charset="0"/>
              </a:defRPr>
            </a:lvl5pPr>
            <a:lvl6pPr marL="2514600" indent="-228600" algn="ctr" eaLnBrk="0" fontAlgn="base" hangingPunct="0">
              <a:spcBef>
                <a:spcPct val="50000"/>
              </a:spcBef>
              <a:spcAft>
                <a:spcPct val="0"/>
              </a:spcAft>
              <a:defRPr sz="6000">
                <a:solidFill>
                  <a:schemeClr val="tx1"/>
                </a:solidFill>
                <a:latin typeface="Arial" charset="0"/>
                <a:ea typeface="ＭＳ Ｐゴシック" charset="0"/>
              </a:defRPr>
            </a:lvl6pPr>
            <a:lvl7pPr marL="2971800" indent="-228600" algn="ctr" eaLnBrk="0" fontAlgn="base" hangingPunct="0">
              <a:spcBef>
                <a:spcPct val="50000"/>
              </a:spcBef>
              <a:spcAft>
                <a:spcPct val="0"/>
              </a:spcAft>
              <a:defRPr sz="6000">
                <a:solidFill>
                  <a:schemeClr val="tx1"/>
                </a:solidFill>
                <a:latin typeface="Arial" charset="0"/>
                <a:ea typeface="ＭＳ Ｐゴシック" charset="0"/>
              </a:defRPr>
            </a:lvl7pPr>
            <a:lvl8pPr marL="3429000" indent="-228600" algn="ctr" eaLnBrk="0" fontAlgn="base" hangingPunct="0">
              <a:spcBef>
                <a:spcPct val="50000"/>
              </a:spcBef>
              <a:spcAft>
                <a:spcPct val="0"/>
              </a:spcAft>
              <a:defRPr sz="6000">
                <a:solidFill>
                  <a:schemeClr val="tx1"/>
                </a:solidFill>
                <a:latin typeface="Arial" charset="0"/>
                <a:ea typeface="ＭＳ Ｐゴシック" charset="0"/>
              </a:defRPr>
            </a:lvl8pPr>
            <a:lvl9pPr marL="3886200" indent="-228600" algn="ctr" eaLnBrk="0" fontAlgn="base" hangingPunct="0">
              <a:spcBef>
                <a:spcPct val="50000"/>
              </a:spcBef>
              <a:spcAft>
                <a:spcPct val="0"/>
              </a:spcAft>
              <a:defRPr sz="6000">
                <a:solidFill>
                  <a:schemeClr val="tx1"/>
                </a:solidFill>
                <a:latin typeface="Arial" charset="0"/>
                <a:ea typeface="ＭＳ Ｐゴシック" charset="0"/>
              </a:defRPr>
            </a:lvl9pPr>
          </a:lstStyle>
          <a:p>
            <a:pPr marL="0" indent="0" algn="l" eaLnBrk="1" hangingPunct="1">
              <a:spcBef>
                <a:spcPts val="1200"/>
              </a:spcBef>
            </a:pPr>
            <a:r>
              <a:rPr lang="en-US" sz="3200" b="0" dirty="0">
                <a:latin typeface="Times New Roman" panose="02020603050405020304" pitchFamily="18" charset="0"/>
                <a:cs typeface="Times New Roman" panose="02020603050405020304" pitchFamily="18" charset="0"/>
              </a:rPr>
              <a:t>New Hampshire is one of the leaders in competency-based education, a method of teaching that promotes mastery of the subject taught. The traditional style is the Carnegie Unit, which is a purely time-based method.</a:t>
            </a:r>
          </a:p>
          <a:p>
            <a:pPr marL="0" indent="0" algn="l" eaLnBrk="1" hangingPunct="1">
              <a:spcBef>
                <a:spcPts val="1200"/>
              </a:spcBef>
            </a:pPr>
            <a:r>
              <a:rPr lang="en-US" sz="3200" b="0" dirty="0">
                <a:latin typeface="Times New Roman" panose="02020603050405020304" pitchFamily="18" charset="0"/>
                <a:cs typeface="Times New Roman" panose="02020603050405020304" pitchFamily="18" charset="0"/>
              </a:rPr>
              <a:t>NH developed the Performance Assessment of Competency Education (PACE)​ system, a first-of-its-kind pilot that replaces standardized tests with personalized, authentic assessments developed by New Hampshire teachers.​ It was implemented following the implementation of the Every Student Succeeds Act (ESSA) at the national level.</a:t>
            </a:r>
          </a:p>
          <a:p>
            <a:pPr marL="0" indent="0" algn="l" eaLnBrk="1" hangingPunct="1">
              <a:spcBef>
                <a:spcPts val="1200"/>
              </a:spcBef>
            </a:pPr>
            <a:r>
              <a:rPr lang="en-US" sz="3200" b="0" dirty="0">
                <a:latin typeface="Times New Roman" panose="02020603050405020304" pitchFamily="18" charset="0"/>
                <a:cs typeface="Times New Roman" panose="02020603050405020304" pitchFamily="18" charset="0"/>
              </a:rPr>
              <a:t>Since NH remains near the top of the rankings in science and math, the use of competency-based education seems to have some success. Additionally, over the past few years, more states are developing competency-based education plans, including NJ, MA, LA, and NM.</a:t>
            </a:r>
          </a:p>
        </p:txBody>
      </p:sp>
      <p:sp>
        <p:nvSpPr>
          <p:cNvPr id="31" name="Rectangle 166">
            <a:extLst>
              <a:ext uri="{FF2B5EF4-FFF2-40B4-BE49-F238E27FC236}">
                <a16:creationId xmlns:a16="http://schemas.microsoft.com/office/drawing/2014/main" id="{A592DDDE-2586-46F8-AADE-9D49EC711CAE}"/>
              </a:ext>
            </a:extLst>
          </p:cNvPr>
          <p:cNvSpPr>
            <a:spLocks noChangeArrowheads="1"/>
          </p:cNvSpPr>
          <p:nvPr/>
        </p:nvSpPr>
        <p:spPr bwMode="auto">
          <a:xfrm>
            <a:off x="802838" y="28124144"/>
            <a:ext cx="12296223" cy="1371600"/>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6000" dirty="0">
                <a:solidFill>
                  <a:srgbClr val="CCCCCC"/>
                </a:solidFill>
              </a:rPr>
              <a:t>References</a:t>
            </a:r>
          </a:p>
        </p:txBody>
      </p:sp>
      <p:sp>
        <p:nvSpPr>
          <p:cNvPr id="32" name="Rectangle 166">
            <a:extLst>
              <a:ext uri="{FF2B5EF4-FFF2-40B4-BE49-F238E27FC236}">
                <a16:creationId xmlns:a16="http://schemas.microsoft.com/office/drawing/2014/main" id="{BC92A249-74D8-46F7-8C08-4EF93D008EFE}"/>
              </a:ext>
            </a:extLst>
          </p:cNvPr>
          <p:cNvSpPr>
            <a:spLocks noChangeArrowheads="1"/>
          </p:cNvSpPr>
          <p:nvPr/>
        </p:nvSpPr>
        <p:spPr bwMode="auto">
          <a:xfrm>
            <a:off x="32317511" y="6189651"/>
            <a:ext cx="8727690" cy="1184298"/>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4800" dirty="0">
                <a:solidFill>
                  <a:srgbClr val="CCCCCC"/>
                </a:solidFill>
              </a:rPr>
              <a:t>National</a:t>
            </a:r>
          </a:p>
        </p:txBody>
      </p:sp>
      <p:sp>
        <p:nvSpPr>
          <p:cNvPr id="33" name="Rectangle 166">
            <a:extLst>
              <a:ext uri="{FF2B5EF4-FFF2-40B4-BE49-F238E27FC236}">
                <a16:creationId xmlns:a16="http://schemas.microsoft.com/office/drawing/2014/main" id="{F55D686F-6DA1-4B47-BE01-11BB9E1E046F}"/>
              </a:ext>
            </a:extLst>
          </p:cNvPr>
          <p:cNvSpPr>
            <a:spLocks noChangeArrowheads="1"/>
          </p:cNvSpPr>
          <p:nvPr/>
        </p:nvSpPr>
        <p:spPr bwMode="auto">
          <a:xfrm>
            <a:off x="32317511" y="15488780"/>
            <a:ext cx="8727690" cy="1184298"/>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4800" dirty="0">
                <a:solidFill>
                  <a:srgbClr val="CCCCCC"/>
                </a:solidFill>
              </a:rPr>
              <a:t>New Hampshire</a:t>
            </a:r>
          </a:p>
        </p:txBody>
      </p:sp>
      <p:sp>
        <p:nvSpPr>
          <p:cNvPr id="34" name="Rectangle 166">
            <a:extLst>
              <a:ext uri="{FF2B5EF4-FFF2-40B4-BE49-F238E27FC236}">
                <a16:creationId xmlns:a16="http://schemas.microsoft.com/office/drawing/2014/main" id="{FF12882E-F583-4A3A-BD2E-1BAB1B812254}"/>
              </a:ext>
            </a:extLst>
          </p:cNvPr>
          <p:cNvSpPr>
            <a:spLocks noChangeArrowheads="1"/>
          </p:cNvSpPr>
          <p:nvPr/>
        </p:nvSpPr>
        <p:spPr bwMode="auto">
          <a:xfrm>
            <a:off x="17581755" y="15486526"/>
            <a:ext cx="8727690" cy="1184298"/>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4800" dirty="0">
                <a:solidFill>
                  <a:srgbClr val="CCCCCC"/>
                </a:solidFill>
              </a:rPr>
              <a:t>District</a:t>
            </a:r>
          </a:p>
        </p:txBody>
      </p:sp>
      <p:sp>
        <p:nvSpPr>
          <p:cNvPr id="35" name="Rectangle 166">
            <a:extLst>
              <a:ext uri="{FF2B5EF4-FFF2-40B4-BE49-F238E27FC236}">
                <a16:creationId xmlns:a16="http://schemas.microsoft.com/office/drawing/2014/main" id="{FFB4ED5E-22F3-44A3-BDF5-386BF4D11981}"/>
              </a:ext>
            </a:extLst>
          </p:cNvPr>
          <p:cNvSpPr>
            <a:spLocks noChangeArrowheads="1"/>
          </p:cNvSpPr>
          <p:nvPr/>
        </p:nvSpPr>
        <p:spPr bwMode="auto">
          <a:xfrm>
            <a:off x="15797488" y="25717736"/>
            <a:ext cx="12296223" cy="1371600"/>
          </a:xfrm>
          <a:prstGeom prst="rect">
            <a:avLst/>
          </a:prstGeom>
          <a:gradFill>
            <a:gsLst>
              <a:gs pos="0">
                <a:schemeClr val="tx2">
                  <a:lumMod val="50000"/>
                </a:schemeClr>
              </a:gs>
              <a:gs pos="50000">
                <a:schemeClr val="tx2">
                  <a:lumMod val="75000"/>
                </a:schemeClr>
              </a:gs>
              <a:gs pos="100000">
                <a:schemeClr val="tx2">
                  <a:lumMod val="50000"/>
                </a:schemeClr>
              </a:gs>
            </a:gsLst>
            <a:lin ang="5400000" scaled="1"/>
          </a:gradFill>
          <a:ln w="9525">
            <a:solidFill>
              <a:schemeClr val="tx1"/>
            </a:solidFill>
            <a:miter lim="800000"/>
            <a:headEnd/>
            <a:tailEnd/>
          </a:ln>
          <a:effectLst/>
        </p:spPr>
        <p:txBody>
          <a:bodyPr wrap="none" lIns="137160" tIns="68580" rIns="137160" bIns="68580" anchor="ctr"/>
          <a:lstStyle/>
          <a:p>
            <a:pPr defTabSz="3762375"/>
            <a:r>
              <a:rPr lang="en-US" sz="6000" dirty="0">
                <a:solidFill>
                  <a:srgbClr val="CCCCCC"/>
                </a:solidFill>
              </a:rPr>
              <a:t>Important Findings</a:t>
            </a:r>
          </a:p>
        </p:txBody>
      </p:sp>
    </p:spTree>
    <p:extLst>
      <p:ext uri="{BB962C8B-B14F-4D97-AF65-F5344CB8AC3E}">
        <p14:creationId xmlns:p14="http://schemas.microsoft.com/office/powerpoint/2010/main" val="3427977371"/>
      </p:ext>
    </p:extLst>
  </p:cSld>
  <p:clrMapOvr>
    <a:masterClrMapping/>
  </p:clrMapOvr>
</p:sld>
</file>

<file path=ppt/theme/theme1.xml><?xml version="1.0" encoding="utf-8"?>
<a:theme xmlns:a="http://schemas.openxmlformats.org/drawingml/2006/main" name="Default Design">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spDef>
    <a:ln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742</Words>
  <Application>Microsoft Office PowerPoint</Application>
  <PresentationFormat>Custom</PresentationFormat>
  <Paragraphs>47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Wingdings</vt:lpstr>
      <vt:lpstr>Default Design</vt:lpstr>
      <vt:lpstr>Status of US K-12 Public-School Education  Nathan Harris, Sindhu Veeramachaneni, Zachary Zalman  Department of  Analytics, University of New Hampshire</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Free Research Poster</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Zalman, Zachary</cp:lastModifiedBy>
  <cp:revision>2</cp:revision>
  <cp:lastPrinted>2014-02-24T14:53:09Z</cp:lastPrinted>
  <dcterms:created xsi:type="dcterms:W3CDTF">2004-07-26T21:45:23Z</dcterms:created>
  <dcterms:modified xsi:type="dcterms:W3CDTF">2019-10-08T01:01:06Z</dcterms:modified>
  <cp:category>science research poster</cp:category>
</cp:coreProperties>
</file>